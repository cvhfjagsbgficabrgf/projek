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6" r:id="rId4"/>
  </p:sldMasterIdLst>
  <p:notesMasterIdLst>
    <p:notesMasterId r:id="rId20"/>
  </p:notesMasterIdLst>
  <p:handoutMasterIdLst>
    <p:handoutMasterId r:id="rId21"/>
  </p:handoutMasterIdLst>
  <p:sldIdLst>
    <p:sldId id="292" r:id="rId5"/>
    <p:sldId id="295" r:id="rId6"/>
    <p:sldId id="284" r:id="rId7"/>
    <p:sldId id="305" r:id="rId8"/>
    <p:sldId id="296" r:id="rId9"/>
    <p:sldId id="301" r:id="rId10"/>
    <p:sldId id="304" r:id="rId11"/>
    <p:sldId id="302" r:id="rId12"/>
    <p:sldId id="303" r:id="rId13"/>
    <p:sldId id="306" r:id="rId14"/>
    <p:sldId id="298" r:id="rId15"/>
    <p:sldId id="299" r:id="rId16"/>
    <p:sldId id="300" r:id="rId17"/>
    <p:sldId id="294" r:id="rId18"/>
    <p:sldId id="297" r:id="rId19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E0EB"/>
    <a:srgbClr val="2D4C6C"/>
    <a:srgbClr val="98432A"/>
    <a:srgbClr val="446992"/>
    <a:srgbClr val="AEC2D8"/>
    <a:srgbClr val="D84400"/>
    <a:srgbClr val="44678D"/>
    <a:srgbClr val="263E5A"/>
    <a:srgbClr val="728DAB"/>
    <a:srgbClr val="C95B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634"/>
  </p:normalViewPr>
  <p:slideViewPr>
    <p:cSldViewPr snapToGrid="0" showGuides="1">
      <p:cViewPr>
        <p:scale>
          <a:sx n="66" d="100"/>
          <a:sy n="66" d="100"/>
        </p:scale>
        <p:origin x="-504" y="996"/>
      </p:cViewPr>
      <p:guideLst>
        <p:guide orient="horz" pos="1536"/>
        <p:guide pos="312"/>
      </p:guideLst>
    </p:cSldViewPr>
  </p:slideViewPr>
  <p:outlineViewPr>
    <p:cViewPr>
      <p:scale>
        <a:sx n="33" d="100"/>
        <a:sy n="33" d="100"/>
      </p:scale>
      <p:origin x="0" y="-161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-13766"/>
    </p:cViewPr>
  </p:sorterViewPr>
  <p:notesViewPr>
    <p:cSldViewPr snapToGrid="0">
      <p:cViewPr varScale="1">
        <p:scale>
          <a:sx n="97" d="100"/>
          <a:sy n="97" d="100"/>
        </p:scale>
        <p:origin x="3618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C27E3961-5613-64C6-63C3-6085D0CDAE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06D1F08-FF42-95F6-3130-AE63E56048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pPr rtl="0"/>
            <a:fld id="{860E8FDB-83A5-4E96-BCAE-C92BE1590FBB}" type="datetime1">
              <a:rPr lang="ru-RU" smtClean="0"/>
              <a:t>18.06.2026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CD5B35B-A046-EC3C-A80E-3D9D12C149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202DDE3-703C-8B4C-9506-EC0A39AACD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BB8DC1D1-B6C2-C644-8BF1-C34DBFFE1C78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3347936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Верхний колонтитул 7">
            <a:extLst>
              <a:ext uri="{FF2B5EF4-FFF2-40B4-BE49-F238E27FC236}">
                <a16:creationId xmlns:a16="http://schemas.microsoft.com/office/drawing/2014/main" id="{ED2950FC-64C0-50D7-5101-884A13ED2F1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endParaRPr lang="ru-RU" dirty="0"/>
          </a:p>
        </p:txBody>
      </p:sp>
      <p:sp>
        <p:nvSpPr>
          <p:cNvPr id="9" name="Образ слайда 8">
            <a:extLst>
              <a:ext uri="{FF2B5EF4-FFF2-40B4-BE49-F238E27FC236}">
                <a16:creationId xmlns:a16="http://schemas.microsoft.com/office/drawing/2014/main" id="{CEA88831-A930-596B-0685-672024BE27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ru-RU"/>
            </a:defPPr>
          </a:lstStyle>
          <a:p>
            <a:pPr rtl="0"/>
            <a:endParaRPr lang="ru-RU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2A3FD0A0-F4FB-BC20-358F-C4F179AA898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endParaRPr lang="ru-RU"/>
          </a:p>
        </p:txBody>
      </p:sp>
      <p:sp>
        <p:nvSpPr>
          <p:cNvPr id="11" name="Дата 10">
            <a:extLst>
              <a:ext uri="{FF2B5EF4-FFF2-40B4-BE49-F238E27FC236}">
                <a16:creationId xmlns:a16="http://schemas.microsoft.com/office/drawing/2014/main" id="{2D389891-233D-6282-224F-6B8EC0182D2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43D6CBF2-EBA7-4198-A6B5-9050B04F6F7D}" type="datetime1">
              <a:rPr lang="ru-RU" smtClean="0"/>
              <a:t>18.06.2026</a:t>
            </a:fld>
            <a:endParaRPr lang="ru-RU" dirty="0"/>
          </a:p>
        </p:txBody>
      </p:sp>
      <p:sp>
        <p:nvSpPr>
          <p:cNvPr id="12" name="Заметки 11">
            <a:extLst>
              <a:ext uri="{FF2B5EF4-FFF2-40B4-BE49-F238E27FC236}">
                <a16:creationId xmlns:a16="http://schemas.microsoft.com/office/drawing/2014/main" id="{F2A2D99A-04B6-3AD9-B6DA-EEE29FB0DD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ru-RU"/>
            </a:defPPr>
          </a:lstStyle>
          <a:p>
            <a:pPr lvl="0" rtl="0"/>
            <a:r>
              <a:rPr lang="ru-RU"/>
              <a:t>Щелкните, чтобы изменить стили текста образца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id="{AEF4F81C-C1F0-7738-A271-96AF417D7F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fld id="{C384C781-2765-427A-A960-385CE0D0CAB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66515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ru-RU" sz="1200" kern="1200">
        <a:solidFill>
          <a:schemeClr val="tx1"/>
        </a:solidFill>
        <a:latin typeface="Calibri" panose="020F0502020204030204" pitchFamily="34" charset="0"/>
        <a:ea typeface="+mn-ea"/>
        <a:cs typeface="Calibri" panose="020F0502020204030204" pitchFamily="34" charset="0"/>
      </a:defRPr>
    </a:lvl1pPr>
    <a:lvl2pPr marL="457200" algn="l" defTabSz="914400" rtl="0" eaLnBrk="1" latinLnBrk="0" hangingPunct="1">
      <a:defRPr lang="ru-RU" sz="1200" kern="1200">
        <a:solidFill>
          <a:schemeClr val="tx1"/>
        </a:solidFill>
        <a:latin typeface="Calibri" panose="020F0502020204030204" pitchFamily="34" charset="0"/>
        <a:ea typeface="+mn-ea"/>
        <a:cs typeface="Calibri" panose="020F0502020204030204" pitchFamily="34" charset="0"/>
      </a:defRPr>
    </a:lvl2pPr>
    <a:lvl3pPr marL="914400" algn="l" defTabSz="914400" rtl="0" eaLnBrk="1" latinLnBrk="0" hangingPunct="1">
      <a:defRPr lang="ru-RU" sz="1200" kern="1200">
        <a:solidFill>
          <a:schemeClr val="tx1"/>
        </a:solidFill>
        <a:latin typeface="Calibri" panose="020F0502020204030204" pitchFamily="34" charset="0"/>
        <a:ea typeface="+mn-ea"/>
        <a:cs typeface="Calibri" panose="020F0502020204030204" pitchFamily="34" charset="0"/>
      </a:defRPr>
    </a:lvl3pPr>
    <a:lvl4pPr marL="1371600" algn="l" defTabSz="914400" rtl="0" eaLnBrk="1" latinLnBrk="0" hangingPunct="1">
      <a:defRPr lang="ru-RU" sz="1200" kern="1200">
        <a:solidFill>
          <a:schemeClr val="tx1"/>
        </a:solidFill>
        <a:latin typeface="Calibri" panose="020F0502020204030204" pitchFamily="34" charset="0"/>
        <a:ea typeface="+mn-ea"/>
        <a:cs typeface="Calibri" panose="020F0502020204030204" pitchFamily="34" charset="0"/>
      </a:defRPr>
    </a:lvl4pPr>
    <a:lvl5pPr marL="1828800" algn="l" defTabSz="914400" rtl="0" eaLnBrk="1" latinLnBrk="0" hangingPunct="1">
      <a:defRPr lang="ru-RU" sz="1200" kern="1200">
        <a:solidFill>
          <a:schemeClr val="tx1"/>
        </a:solidFill>
        <a:latin typeface="Calibri" panose="020F0502020204030204" pitchFamily="34" charset="0"/>
        <a:ea typeface="+mn-ea"/>
        <a:cs typeface="Calibri" panose="020F0502020204030204" pitchFamily="34" charset="0"/>
      </a:defRPr>
    </a:lvl5pPr>
    <a:lvl6pPr marL="22860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fld id="{017105BD-6D6F-49DB-9DE4-D4A6452D7E5F}" type="slidenum">
              <a:rPr lang="ru-RU" altLang="zh-CN" noProof="0" smtClean="0"/>
              <a:t>1</a:t>
            </a:fld>
            <a:endParaRPr lang="ru-RU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0147970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fld id="{017105BD-6D6F-49DB-9DE4-D4A6452D7E5F}" type="slidenum">
              <a:rPr lang="ru-RU" altLang="zh-CN" smtClean="0"/>
              <a:t>2</a:t>
            </a:fld>
            <a:endParaRPr lang="ru-RU" altLang="zh-CN" dirty="0"/>
          </a:p>
        </p:txBody>
      </p:sp>
    </p:spTree>
    <p:extLst>
      <p:ext uri="{BB962C8B-B14F-4D97-AF65-F5344CB8AC3E}">
        <p14:creationId xmlns:p14="http://schemas.microsoft.com/office/powerpoint/2010/main" val="24243314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fld id="{017105BD-6D6F-49DB-9DE4-D4A6452D7E5F}" type="slidenum">
              <a:rPr lang="ru-RU" altLang="zh-CN" noProof="0" smtClean="0"/>
              <a:t>3</a:t>
            </a:fld>
            <a:endParaRPr lang="ru-RU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1655193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fld id="{017105BD-6D6F-49DB-9DE4-D4A6452D7E5F}" type="slidenum">
              <a:rPr lang="ru-RU" altLang="zh-CN" noProof="0" smtClean="0"/>
              <a:t>4</a:t>
            </a:fld>
            <a:endParaRPr lang="ru-RU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8367076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EF19F-D31F-664F-8BE9-D2DF88CF0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F570839-9BE8-5A38-4DD3-BB0EE05097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9D7E75B-C30D-74D8-488D-10C7063075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6A1B315-CFCE-38B5-F2FE-94E5648DE4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fld id="{017105BD-6D6F-49DB-9DE4-D4A6452D7E5F}" type="slidenum">
              <a:rPr lang="ru-RU" altLang="zh-CN" smtClean="0"/>
              <a:t>5</a:t>
            </a:fld>
            <a:endParaRPr lang="ru-RU" altLang="zh-CN" dirty="0"/>
          </a:p>
        </p:txBody>
      </p:sp>
    </p:spTree>
    <p:extLst>
      <p:ext uri="{BB962C8B-B14F-4D97-AF65-F5344CB8AC3E}">
        <p14:creationId xmlns:p14="http://schemas.microsoft.com/office/powerpoint/2010/main" val="720614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EF19F-D31F-664F-8BE9-D2DF88CF0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F570839-9BE8-5A38-4DD3-BB0EE05097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9D7E75B-C30D-74D8-488D-10C7063075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6A1B315-CFCE-38B5-F2FE-94E5648DE4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fld id="{017105BD-6D6F-49DB-9DE4-D4A6452D7E5F}" type="slidenum">
              <a:rPr lang="ru-RU" altLang="zh-CN" smtClean="0"/>
              <a:t>6</a:t>
            </a:fld>
            <a:endParaRPr lang="ru-RU" altLang="zh-CN" dirty="0"/>
          </a:p>
        </p:txBody>
      </p:sp>
    </p:spTree>
    <p:extLst>
      <p:ext uri="{BB962C8B-B14F-4D97-AF65-F5344CB8AC3E}">
        <p14:creationId xmlns:p14="http://schemas.microsoft.com/office/powerpoint/2010/main" val="17817528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EF19F-D31F-664F-8BE9-D2DF88CF0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F570839-9BE8-5A38-4DD3-BB0EE05097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9D7E75B-C30D-74D8-488D-10C7063075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6A1B315-CFCE-38B5-F2FE-94E5648DE4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fld id="{017105BD-6D6F-49DB-9DE4-D4A6452D7E5F}" type="slidenum">
              <a:rPr lang="ru-RU" altLang="zh-CN" smtClean="0"/>
              <a:t>7</a:t>
            </a:fld>
            <a:endParaRPr lang="ru-RU" altLang="zh-CN" dirty="0"/>
          </a:p>
        </p:txBody>
      </p:sp>
    </p:spTree>
    <p:extLst>
      <p:ext uri="{BB962C8B-B14F-4D97-AF65-F5344CB8AC3E}">
        <p14:creationId xmlns:p14="http://schemas.microsoft.com/office/powerpoint/2010/main" val="14594496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fld id="{017105BD-6D6F-49DB-9DE4-D4A6452D7E5F}" type="slidenum">
              <a:rPr lang="ru-RU" altLang="zh-CN" smtClean="0"/>
              <a:t>8</a:t>
            </a:fld>
            <a:endParaRPr lang="ru-RU" altLang="zh-CN" dirty="0"/>
          </a:p>
        </p:txBody>
      </p:sp>
    </p:spTree>
    <p:extLst>
      <p:ext uri="{BB962C8B-B14F-4D97-AF65-F5344CB8AC3E}">
        <p14:creationId xmlns:p14="http://schemas.microsoft.com/office/powerpoint/2010/main" val="42430530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fld id="{017105BD-6D6F-49DB-9DE4-D4A6452D7E5F}" type="slidenum">
              <a:rPr lang="ru-RU" altLang="zh-CN" smtClean="0"/>
              <a:t>9</a:t>
            </a:fld>
            <a:endParaRPr lang="ru-RU" altLang="zh-CN" dirty="0"/>
          </a:p>
        </p:txBody>
      </p:sp>
    </p:spTree>
    <p:extLst>
      <p:ext uri="{BB962C8B-B14F-4D97-AF65-F5344CB8AC3E}">
        <p14:creationId xmlns:p14="http://schemas.microsoft.com/office/powerpoint/2010/main" val="9002416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fld id="{017105BD-6D6F-49DB-9DE4-D4A6452D7E5F}" type="slidenum">
              <a:rPr lang="ru-RU" altLang="zh-CN" smtClean="0"/>
              <a:t>10</a:t>
            </a:fld>
            <a:endParaRPr lang="ru-RU" altLang="zh-CN" dirty="0"/>
          </a:p>
        </p:txBody>
      </p:sp>
    </p:spTree>
    <p:extLst>
      <p:ext uri="{BB962C8B-B14F-4D97-AF65-F5344CB8AC3E}">
        <p14:creationId xmlns:p14="http://schemas.microsoft.com/office/powerpoint/2010/main" val="12026155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fld id="{017105BD-6D6F-49DB-9DE4-D4A6452D7E5F}" type="slidenum">
              <a:rPr lang="ru-RU" altLang="zh-CN" smtClean="0"/>
              <a:t>11</a:t>
            </a:fld>
            <a:endParaRPr lang="ru-RU" altLang="zh-CN" dirty="0"/>
          </a:p>
        </p:txBody>
      </p:sp>
    </p:spTree>
    <p:extLst>
      <p:ext uri="{BB962C8B-B14F-4D97-AF65-F5344CB8AC3E}">
        <p14:creationId xmlns:p14="http://schemas.microsoft.com/office/powerpoint/2010/main" val="20911650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fld id="{017105BD-6D6F-49DB-9DE4-D4A6452D7E5F}" type="slidenum">
              <a:rPr lang="ru-RU" altLang="zh-CN" smtClean="0"/>
              <a:t>12</a:t>
            </a:fld>
            <a:endParaRPr lang="ru-RU" altLang="zh-CN" dirty="0"/>
          </a:p>
        </p:txBody>
      </p:sp>
    </p:spTree>
    <p:extLst>
      <p:ext uri="{BB962C8B-B14F-4D97-AF65-F5344CB8AC3E}">
        <p14:creationId xmlns:p14="http://schemas.microsoft.com/office/powerpoint/2010/main" val="8098431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fld id="{017105BD-6D6F-49DB-9DE4-D4A6452D7E5F}" type="slidenum">
              <a:rPr lang="ru-RU" altLang="zh-CN" smtClean="0"/>
              <a:t>13</a:t>
            </a:fld>
            <a:endParaRPr lang="ru-RU" altLang="zh-CN" dirty="0"/>
          </a:p>
        </p:txBody>
      </p:sp>
    </p:spTree>
    <p:extLst>
      <p:ext uri="{BB962C8B-B14F-4D97-AF65-F5344CB8AC3E}">
        <p14:creationId xmlns:p14="http://schemas.microsoft.com/office/powerpoint/2010/main" val="3036683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fld id="{017105BD-6D6F-49DB-9DE4-D4A6452D7E5F}" type="slidenum">
              <a:rPr lang="ru-RU" altLang="zh-CN" noProof="0" smtClean="0"/>
              <a:t>14</a:t>
            </a:fld>
            <a:endParaRPr lang="ru-RU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2960023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fld id="{017105BD-6D6F-49DB-9DE4-D4A6452D7E5F}" type="slidenum">
              <a:rPr lang="ru-RU" altLang="zh-CN" noProof="0" smtClean="0"/>
              <a:t>15</a:t>
            </a:fld>
            <a:endParaRPr lang="ru-RU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5099273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6/18/2026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pPr rtl="0"/>
            <a:r>
              <a:rPr lang="ru-RU" noProof="0"/>
              <a:t>Название презентации</a:t>
            </a:r>
            <a:endParaRPr lang="ru-RU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pPr rtl="0"/>
            <a:fld id="{47FEACEE-25B4-4A2D-B147-27296E36371D}" type="slidenum">
              <a:rPr lang="ru-RU" altLang="zh-CN" noProof="0" smtClean="0"/>
              <a:pPr/>
              <a:t>‹#›</a:t>
            </a:fld>
            <a:endParaRPr lang="ru-RU" altLang="zh-CN" noProof="0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3715825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ru-RU" noProof="0"/>
              <a:t>Название презентации</a:t>
            </a:r>
            <a:endParaRPr lang="ru-RU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7FEACEE-25B4-4A2D-B147-27296E36371D}" type="slidenum">
              <a:rPr lang="ru-RU" altLang="zh-CN" noProof="0" smtClean="0"/>
              <a:pPr/>
              <a:t>‹#›</a:t>
            </a:fld>
            <a:endParaRPr lang="ru-RU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093679343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ru-RU" noProof="0"/>
              <a:t>Название презентации</a:t>
            </a:r>
            <a:endParaRPr lang="ru-RU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7FEACEE-25B4-4A2D-B147-27296E36371D}" type="slidenum">
              <a:rPr lang="ru-RU" altLang="zh-CN" noProof="0" smtClean="0"/>
              <a:pPr/>
              <a:t>‹#›</a:t>
            </a:fld>
            <a:endParaRPr lang="ru-RU" altLang="zh-CN" noProof="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5704130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6/18/2026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ru-RU" noProof="0"/>
              <a:t>Название презентации</a:t>
            </a:r>
            <a:endParaRPr lang="ru-RU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7FEACEE-25B4-4A2D-B147-27296E36371D}" type="slidenum">
              <a:rPr lang="ru-RU" altLang="zh-CN" noProof="0" smtClean="0"/>
              <a:pPr/>
              <a:t>‹#›</a:t>
            </a:fld>
            <a:endParaRPr lang="ru-RU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630460023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ru-RU" noProof="0"/>
              <a:t>Название презентации</a:t>
            </a:r>
            <a:endParaRPr lang="ru-RU" noProof="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7FEACEE-25B4-4A2D-B147-27296E36371D}" type="slidenum">
              <a:rPr lang="ru-RU" altLang="zh-CN" noProof="0" smtClean="0"/>
              <a:pPr/>
              <a:t>‹#›</a:t>
            </a:fld>
            <a:endParaRPr lang="ru-RU" altLang="zh-CN" noProof="0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6986796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ru-RU" noProof="0"/>
              <a:t>Название презентации</a:t>
            </a:r>
            <a:endParaRPr lang="ru-RU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7FEACEE-25B4-4A2D-B147-27296E36371D}" type="slidenum">
              <a:rPr lang="ru-RU" altLang="zh-CN" noProof="0" smtClean="0"/>
              <a:pPr/>
              <a:t>‹#›</a:t>
            </a:fld>
            <a:endParaRPr lang="ru-RU" altLang="zh-CN" noProof="0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9582031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ru-RU" noProof="0"/>
              <a:t>Название презентации</a:t>
            </a:r>
            <a:endParaRPr lang="ru-RU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7FEACEE-25B4-4A2D-B147-27296E36371D}" type="slidenum">
              <a:rPr lang="ru-RU" altLang="zh-CN" noProof="0" smtClean="0"/>
              <a:pPr/>
              <a:t>‹#›</a:t>
            </a:fld>
            <a:endParaRPr lang="ru-RU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771796129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6/18/2026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ru-RU" noProof="0"/>
              <a:t>Название презентации</a:t>
            </a:r>
            <a:endParaRPr lang="ru-RU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7FEACEE-25B4-4A2D-B147-27296E36371D}" type="slidenum">
              <a:rPr lang="ru-RU" altLang="zh-CN" noProof="0" smtClean="0"/>
              <a:pPr/>
              <a:t>‹#›</a:t>
            </a:fld>
            <a:endParaRPr lang="ru-RU" altLang="zh-CN" noProof="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2753160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ru-RU" noProof="0"/>
              <a:t>Название презентации</a:t>
            </a:r>
            <a:endParaRPr lang="ru-RU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7FEACEE-25B4-4A2D-B147-27296E36371D}" type="slidenum">
              <a:rPr lang="ru-RU" altLang="zh-CN" noProof="0" smtClean="0"/>
              <a:pPr/>
              <a:t>‹#›</a:t>
            </a:fld>
            <a:endParaRPr lang="ru-RU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770774537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ru-RU" noProof="0"/>
              <a:t>Название презентации</a:t>
            </a:r>
            <a:endParaRPr lang="ru-RU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7FEACEE-25B4-4A2D-B147-27296E36371D}" type="slidenum">
              <a:rPr lang="ru-RU" altLang="zh-CN" noProof="0" smtClean="0"/>
              <a:pPr/>
              <a:t>‹#›</a:t>
            </a:fld>
            <a:endParaRPr lang="ru-RU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860209093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ru-RU" noProof="0"/>
              <a:t>Название презентации</a:t>
            </a:r>
            <a:endParaRPr lang="ru-RU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7FEACEE-25B4-4A2D-B147-27296E36371D}" type="slidenum">
              <a:rPr lang="ru-RU" altLang="zh-CN" noProof="0" smtClean="0"/>
              <a:pPr/>
              <a:t>‹#›</a:t>
            </a:fld>
            <a:endParaRPr lang="ru-RU" altLang="zh-CN" noProof="0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4156709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ru-RU" noProof="0"/>
              <a:t>Название презентации</a:t>
            </a:r>
            <a:endParaRPr lang="ru-RU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7FEACEE-25B4-4A2D-B147-27296E36371D}" type="slidenum">
              <a:rPr lang="ru-RU" altLang="zh-CN" noProof="0" smtClean="0"/>
              <a:pPr/>
              <a:t>‹#›</a:t>
            </a:fld>
            <a:endParaRPr lang="ru-RU" altLang="zh-CN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9249985"/>
      </p:ext>
    </p:extLst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ru-RU" noProof="0"/>
              <a:t>Название презентации</a:t>
            </a:r>
            <a:endParaRPr lang="ru-RU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7FEACEE-25B4-4A2D-B147-27296E36371D}" type="slidenum">
              <a:rPr lang="ru-RU" altLang="zh-CN" noProof="0" smtClean="0"/>
              <a:pPr/>
              <a:t>‹#›</a:t>
            </a:fld>
            <a:endParaRPr lang="ru-RU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08019506"/>
      </p:ext>
    </p:extLst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ru-RU" noProof="0"/>
              <a:t>Название презентации</a:t>
            </a:r>
            <a:endParaRPr lang="ru-RU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7FEACEE-25B4-4A2D-B147-27296E36371D}" type="slidenum">
              <a:rPr lang="ru-RU" altLang="zh-CN" noProof="0" smtClean="0"/>
              <a:pPr/>
              <a:t>‹#›</a:t>
            </a:fld>
            <a:endParaRPr lang="ru-RU" altLang="zh-CN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5354239"/>
      </p:ext>
    </p:extLst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ru-RU" noProof="0"/>
              <a:t>Название презентации</a:t>
            </a:r>
            <a:endParaRPr lang="ru-RU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7FEACEE-25B4-4A2D-B147-27296E36371D}" type="slidenum">
              <a:rPr lang="ru-RU" altLang="zh-CN" noProof="0" smtClean="0"/>
              <a:pPr/>
              <a:t>‹#›</a:t>
            </a:fld>
            <a:endParaRPr lang="ru-RU" altLang="zh-CN" noProof="0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5047953"/>
      </p:ext>
    </p:extLst>
  </p:cSld>
  <p:clrMapOvr>
    <a:masterClrMapping/>
  </p:clrMapOvr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6/18/2026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ru-RU" noProof="0"/>
              <a:t>Название презентации</a:t>
            </a:r>
            <a:endParaRPr lang="ru-RU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7FEACEE-25B4-4A2D-B147-27296E36371D}" type="slidenum">
              <a:rPr lang="ru-RU" altLang="zh-CN" noProof="0" smtClean="0"/>
              <a:pPr/>
              <a:t>‹#›</a:t>
            </a:fld>
            <a:endParaRPr lang="ru-RU" altLang="zh-CN" noProof="0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6088125"/>
      </p:ext>
    </p:extLst>
  </p:cSld>
  <p:clrMapOvr>
    <a:masterClrMapping/>
  </p:clrMapOvr>
  <p:hf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ru-RU" noProof="0"/>
              <a:t>Название презентации</a:t>
            </a:r>
            <a:endParaRPr lang="ru-RU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7FEACEE-25B4-4A2D-B147-27296E36371D}" type="slidenum">
              <a:rPr lang="ru-RU" altLang="zh-CN" noProof="0" smtClean="0"/>
              <a:pPr/>
              <a:t>‹#›</a:t>
            </a:fld>
            <a:endParaRPr lang="ru-RU" altLang="zh-CN" noProof="0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8706034"/>
      </p:ext>
    </p:extLst>
  </p:cSld>
  <p:clrMapOvr>
    <a:masterClrMapping/>
  </p:clrMapOvr>
  <p:hf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Титульный слайд с изображением"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764" y="1986926"/>
            <a:ext cx="5257793" cy="2057441"/>
          </a:xfrm>
        </p:spPr>
        <p:txBody>
          <a:bodyPr rtlCol="0">
            <a:noAutofit/>
          </a:bodyPr>
          <a:lstStyle>
            <a:defPPr>
              <a:defRPr lang="ru-RU"/>
            </a:defPPr>
          </a:lstStyle>
          <a:p>
            <a:pPr rtl="0"/>
            <a:r>
              <a:rPr lang="ru-RU" noProof="0"/>
              <a:t>Образец заголовка</a:t>
            </a:r>
          </a:p>
        </p:txBody>
      </p:sp>
      <p:cxnSp>
        <p:nvCxnSpPr>
          <p:cNvPr id="24" name="Прямая соединительная линия 2">
            <a:extLst>
              <a:ext uri="{FF2B5EF4-FFF2-40B4-BE49-F238E27FC236}">
                <a16:creationId xmlns:a16="http://schemas.microsoft.com/office/drawing/2014/main" id="{F1FCCFDB-D985-4322-AC87-F69214893708}"/>
              </a:ext>
            </a:extLst>
          </p:cNvPr>
          <p:cNvCxnSpPr/>
          <p:nvPr userDrawn="1"/>
        </p:nvCxnSpPr>
        <p:spPr>
          <a:xfrm>
            <a:off x="1509005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  <p:sp>
        <p:nvSpPr>
          <p:cNvPr id="27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01366" y="4172084"/>
            <a:ext cx="1570612" cy="760288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buNone/>
              <a:defRPr lang="ru-RU" sz="1800" b="0">
                <a:solidFill>
                  <a:schemeClr val="accent6"/>
                </a:solidFill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 noProof="0"/>
              <a:t>Образец заголовка </a:t>
            </a:r>
          </a:p>
        </p:txBody>
      </p:sp>
      <p:sp>
        <p:nvSpPr>
          <p:cNvPr id="47" name="Контент 47">
            <a:extLst>
              <a:ext uri="{FF2B5EF4-FFF2-40B4-BE49-F238E27FC236}">
                <a16:creationId xmlns:a16="http://schemas.microsoft.com/office/drawing/2014/main" id="{0FFAAB58-ABE4-41AC-B94E-432936CE030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742557" y="821836"/>
            <a:ext cx="4405503" cy="5066346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rtlCol="0" anchor="ctr">
            <a:noAutofit/>
          </a:bodyPr>
          <a:lstStyle>
            <a:lvl1pPr marL="0" indent="0" algn="ctr">
              <a:buNone/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 noProof="0"/>
              <a:t>Щелкните значок, чтобы добавить изображение≈≈</a:t>
            </a:r>
          </a:p>
        </p:txBody>
      </p:sp>
      <p:sp>
        <p:nvSpPr>
          <p:cNvPr id="9" name="Полилиния: Фигура 11">
            <a:extLst>
              <a:ext uri="{FF2B5EF4-FFF2-40B4-BE49-F238E27FC236}">
                <a16:creationId xmlns:a16="http://schemas.microsoft.com/office/drawing/2014/main" id="{9ECA281C-F2CB-AE9D-DCD6-F94D3FEE2E67}"/>
              </a:ext>
            </a:extLst>
          </p:cNvPr>
          <p:cNvSpPr/>
          <p:nvPr userDrawn="1"/>
        </p:nvSpPr>
        <p:spPr>
          <a:xfrm>
            <a:off x="7441324" y="5568778"/>
            <a:ext cx="829927" cy="949454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20805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Контент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олилиния 14">
            <a:extLst>
              <a:ext uri="{FF2B5EF4-FFF2-40B4-BE49-F238E27FC236}">
                <a16:creationId xmlns:a16="http://schemas.microsoft.com/office/drawing/2014/main" id="{F946AB17-3782-8412-C51A-DE10A0637453}"/>
              </a:ext>
            </a:extLst>
          </p:cNvPr>
          <p:cNvSpPr/>
          <p:nvPr userDrawn="1"/>
        </p:nvSpPr>
        <p:spPr>
          <a:xfrm>
            <a:off x="0" y="2860787"/>
            <a:ext cx="2361029" cy="3676532"/>
          </a:xfrm>
          <a:custGeom>
            <a:avLst/>
            <a:gdLst>
              <a:gd name="connsiteX0" fmla="*/ 773997 w 2361029"/>
              <a:gd name="connsiteY0" fmla="*/ 0 h 3676532"/>
              <a:gd name="connsiteX1" fmla="*/ 2361029 w 2361029"/>
              <a:gd name="connsiteY1" fmla="*/ 925683 h 3676532"/>
              <a:gd name="connsiteX2" fmla="*/ 2361029 w 2361029"/>
              <a:gd name="connsiteY2" fmla="*/ 2763949 h 3676532"/>
              <a:gd name="connsiteX3" fmla="*/ 769661 w 2361029"/>
              <a:gd name="connsiteY3" fmla="*/ 3676532 h 3676532"/>
              <a:gd name="connsiteX4" fmla="*/ 0 w 2361029"/>
              <a:gd name="connsiteY4" fmla="*/ 3234717 h 3676532"/>
              <a:gd name="connsiteX5" fmla="*/ 0 w 2361029"/>
              <a:gd name="connsiteY5" fmla="*/ 446885 h 367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61029" h="3676532">
                <a:moveTo>
                  <a:pt x="773997" y="0"/>
                </a:moveTo>
                <a:lnTo>
                  <a:pt x="2361029" y="925683"/>
                </a:lnTo>
                <a:lnTo>
                  <a:pt x="2361029" y="2763949"/>
                </a:lnTo>
                <a:lnTo>
                  <a:pt x="769661" y="3676532"/>
                </a:lnTo>
                <a:lnTo>
                  <a:pt x="0" y="3234717"/>
                </a:lnTo>
                <a:lnTo>
                  <a:pt x="0" y="446885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16" name="Полилиния 15">
            <a:extLst>
              <a:ext uri="{FF2B5EF4-FFF2-40B4-BE49-F238E27FC236}">
                <a16:creationId xmlns:a16="http://schemas.microsoft.com/office/drawing/2014/main" id="{2BA5A58B-9440-7DAB-E7D7-3143B049FBAC}"/>
              </a:ext>
            </a:extLst>
          </p:cNvPr>
          <p:cNvSpPr/>
          <p:nvPr userDrawn="1"/>
        </p:nvSpPr>
        <p:spPr>
          <a:xfrm flipH="1">
            <a:off x="1014233" y="5253270"/>
            <a:ext cx="1710765" cy="1593273"/>
          </a:xfrm>
          <a:custGeom>
            <a:avLst/>
            <a:gdLst>
              <a:gd name="connsiteX0" fmla="*/ 852873 w 1710765"/>
              <a:gd name="connsiteY0" fmla="*/ 0 h 1593273"/>
              <a:gd name="connsiteX1" fmla="*/ 0 w 1710765"/>
              <a:gd name="connsiteY1" fmla="*/ 494134 h 1593273"/>
              <a:gd name="connsiteX2" fmla="*/ 0 w 1710765"/>
              <a:gd name="connsiteY2" fmla="*/ 1475410 h 1593273"/>
              <a:gd name="connsiteX3" fmla="*/ 206916 w 1710765"/>
              <a:gd name="connsiteY3" fmla="*/ 1593273 h 1593273"/>
              <a:gd name="connsiteX4" fmla="*/ 1502835 w 1710765"/>
              <a:gd name="connsiteY4" fmla="*/ 1593273 h 1593273"/>
              <a:gd name="connsiteX5" fmla="*/ 1709418 w 1710765"/>
              <a:gd name="connsiteY5" fmla="*/ 1475480 h 1593273"/>
              <a:gd name="connsiteX6" fmla="*/ 1710407 w 1710765"/>
              <a:gd name="connsiteY6" fmla="*/ 491803 h 1593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0765" h="1593273">
                <a:moveTo>
                  <a:pt x="852873" y="0"/>
                </a:moveTo>
                <a:lnTo>
                  <a:pt x="0" y="494134"/>
                </a:lnTo>
                <a:lnTo>
                  <a:pt x="0" y="1475410"/>
                </a:lnTo>
                <a:lnTo>
                  <a:pt x="206916" y="1593273"/>
                </a:lnTo>
                <a:lnTo>
                  <a:pt x="1502835" y="1593273"/>
                </a:lnTo>
                <a:lnTo>
                  <a:pt x="1709418" y="1475480"/>
                </a:lnTo>
                <a:cubicBezTo>
                  <a:pt x="1707864" y="1146834"/>
                  <a:pt x="1711961" y="820449"/>
                  <a:pt x="1710407" y="491803"/>
                </a:cubicBez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22" name="Объект 47" descr="Щелкните значок, чтобы добавить фото">
            <a:extLst>
              <a:ext uri="{FF2B5EF4-FFF2-40B4-BE49-F238E27FC236}">
                <a16:creationId xmlns:a16="http://schemas.microsoft.com/office/drawing/2014/main" id="{95ADF367-2619-4E00-AB82-8FFF41D0E5C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71609" y="1025236"/>
            <a:ext cx="5162709" cy="420683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ru-RU"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23" name="Объект 47">
            <a:extLst>
              <a:ext uri="{FF2B5EF4-FFF2-40B4-BE49-F238E27FC236}">
                <a16:creationId xmlns:a16="http://schemas.microsoft.com/office/drawing/2014/main" id="{8CEB04CE-793E-47B4-8D80-9B82864F2CD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71608" y="1469069"/>
            <a:ext cx="5162709" cy="1506166"/>
          </a:xfrm>
          <a:prstGeom prst="rect">
            <a:avLst/>
          </a:prstGeom>
        </p:spPr>
        <p:txBody>
          <a:bodyPr rtlCol="0"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ru-RU" sz="1400" b="0">
                <a:solidFill>
                  <a:schemeClr val="accent6"/>
                </a:solidFill>
                <a:latin typeface="+mn-lt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24" name="Объект 47" descr="Щелкните значок, чтобы добавить фото">
            <a:extLst>
              <a:ext uri="{FF2B5EF4-FFF2-40B4-BE49-F238E27FC236}">
                <a16:creationId xmlns:a16="http://schemas.microsoft.com/office/drawing/2014/main" id="{067BF8FD-2643-4122-BE3E-63F413244EC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1609" y="2984685"/>
            <a:ext cx="5162709" cy="420683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ru-RU"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26" name="Объект 47" descr="Щелкните значок, чтобы добавить фото">
            <a:extLst>
              <a:ext uri="{FF2B5EF4-FFF2-40B4-BE49-F238E27FC236}">
                <a16:creationId xmlns:a16="http://schemas.microsoft.com/office/drawing/2014/main" id="{02260D10-FEA1-48A7-B544-FAEEAECF5DE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71607" y="4597473"/>
            <a:ext cx="5162709" cy="421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ru-RU"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20" name="Объект 47">
            <a:extLst>
              <a:ext uri="{FF2B5EF4-FFF2-40B4-BE49-F238E27FC236}">
                <a16:creationId xmlns:a16="http://schemas.microsoft.com/office/drawing/2014/main" id="{64584B30-8BCF-4D75-8A6C-FD82347CC7B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271608" y="3419684"/>
            <a:ext cx="5162709" cy="1177789"/>
          </a:xfrm>
          <a:prstGeom prst="rect">
            <a:avLst/>
          </a:prstGeom>
        </p:spPr>
        <p:txBody>
          <a:bodyPr rtlCol="0"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ru-RU" sz="1400" b="0">
                <a:solidFill>
                  <a:schemeClr val="accent6"/>
                </a:solidFill>
                <a:latin typeface="+mn-lt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28" name="Объект 47">
            <a:extLst>
              <a:ext uri="{FF2B5EF4-FFF2-40B4-BE49-F238E27FC236}">
                <a16:creationId xmlns:a16="http://schemas.microsoft.com/office/drawing/2014/main" id="{A4A25056-27FA-4039-ACFA-6624F778712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271608" y="5041922"/>
            <a:ext cx="5162709" cy="1635938"/>
          </a:xfrm>
          <a:prstGeom prst="rect">
            <a:avLst/>
          </a:prstGeom>
        </p:spPr>
        <p:txBody>
          <a:bodyPr rtlCol="0"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ru-RU" sz="1400" b="0">
                <a:solidFill>
                  <a:schemeClr val="accent6"/>
                </a:solidFill>
                <a:latin typeface="+mn-lt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27" name="Полилиния: Фигура 24">
            <a:extLst>
              <a:ext uri="{FF2B5EF4-FFF2-40B4-BE49-F238E27FC236}">
                <a16:creationId xmlns:a16="http://schemas.microsoft.com/office/drawing/2014/main" id="{A23F9759-CF52-CE45-5E22-9678534685A7}"/>
              </a:ext>
            </a:extLst>
          </p:cNvPr>
          <p:cNvSpPr/>
          <p:nvPr userDrawn="1"/>
        </p:nvSpPr>
        <p:spPr>
          <a:xfrm flipH="1">
            <a:off x="2631891" y="4699053"/>
            <a:ext cx="668814" cy="784693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5D84FCC1-368D-680C-31AA-597C3AAF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665" y="707105"/>
            <a:ext cx="3994173" cy="2277580"/>
          </a:xfrm>
        </p:spPr>
        <p:txBody>
          <a:bodyPr rtlCol="0" anchor="t">
            <a:noAutofit/>
          </a:bodyPr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8" name="Рисунок 2">
            <a:extLst>
              <a:ext uri="{FF2B5EF4-FFF2-40B4-BE49-F238E27FC236}">
                <a16:creationId xmlns:a16="http://schemas.microsoft.com/office/drawing/2014/main" id="{E53E8C9F-CD73-30CD-1F24-20F2E6149D58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4734172" y="1141669"/>
            <a:ext cx="507778" cy="565882"/>
          </a:xfrm>
        </p:spPr>
        <p:txBody>
          <a:bodyPr lIns="0" rIns="0" rtlCol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ru-RU"/>
            </a:pPr>
            <a:r>
              <a:rPr lang="ru-RU"/>
              <a:t>Щелкните значок, чтобы добавить фото</a:t>
            </a:r>
            <a:endParaRPr lang="ru-RU" dirty="0"/>
          </a:p>
        </p:txBody>
      </p:sp>
      <p:sp>
        <p:nvSpPr>
          <p:cNvPr id="19" name="Рисунок 2">
            <a:extLst>
              <a:ext uri="{FF2B5EF4-FFF2-40B4-BE49-F238E27FC236}">
                <a16:creationId xmlns:a16="http://schemas.microsoft.com/office/drawing/2014/main" id="{CE61E189-349E-0076-EA43-7BCB6E24CE86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724705" y="3105650"/>
            <a:ext cx="536270" cy="565882"/>
          </a:xfrm>
        </p:spPr>
        <p:txBody>
          <a:bodyPr lIns="0" rIns="0" rtlCol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ru-RU"/>
            </a:pPr>
            <a:r>
              <a:rPr lang="ru-RU"/>
              <a:t>Щелкните значок, чтобы добавить фото</a:t>
            </a:r>
            <a:endParaRPr lang="ru-RU" dirty="0"/>
          </a:p>
        </p:txBody>
      </p:sp>
      <p:sp>
        <p:nvSpPr>
          <p:cNvPr id="21" name="Рисунок 2">
            <a:extLst>
              <a:ext uri="{FF2B5EF4-FFF2-40B4-BE49-F238E27FC236}">
                <a16:creationId xmlns:a16="http://schemas.microsoft.com/office/drawing/2014/main" id="{68B04572-5D47-C3DF-CDEA-15EC646EA8FE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4714069" y="4716041"/>
            <a:ext cx="536270" cy="565882"/>
          </a:xfrm>
        </p:spPr>
        <p:txBody>
          <a:bodyPr lIns="0" rIns="0" rtlCol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ru-RU"/>
            </a:pPr>
            <a:r>
              <a:rPr lang="ru-RU"/>
              <a:t>Щелкните значок, чтобы добавить фото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446A453-65E1-B688-A3F9-EA0AA347DDEA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 rtlCol="0">
            <a:noAutofit/>
          </a:bodyPr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fld id="{47FEACEE-25B4-4A2D-B147-27296E36371D}" type="slidenum">
              <a:rPr lang="ru-RU" altLang="zh-CN" smtClean="0"/>
              <a:pPr/>
              <a:t>‹#›</a:t>
            </a:fld>
            <a:endParaRPr lang="ru-RU" altLang="zh-CN" dirty="0"/>
          </a:p>
        </p:txBody>
      </p:sp>
    </p:spTree>
    <p:extLst>
      <p:ext uri="{BB962C8B-B14F-4D97-AF65-F5344CB8AC3E}">
        <p14:creationId xmlns:p14="http://schemas.microsoft.com/office/powerpoint/2010/main" val="21610614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 столбцо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Контент 47">
            <a:extLst>
              <a:ext uri="{FF2B5EF4-FFF2-40B4-BE49-F238E27FC236}">
                <a16:creationId xmlns:a16="http://schemas.microsoft.com/office/drawing/2014/main" id="{67FF6BA4-2B1B-4B51-9FE3-A67E3DCC318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200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ru-RU" sz="1500" b="0">
                <a:solidFill>
                  <a:schemeClr val="accent6"/>
                </a:solidFill>
                <a:latin typeface="+mn-lt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 noProof="0" dirty="0"/>
              <a:t>Щелкните, чтобы изменить стили текста образца слайда </a:t>
            </a:r>
          </a:p>
        </p:txBody>
      </p:sp>
      <p:sp>
        <p:nvSpPr>
          <p:cNvPr id="30" name="Контент 47">
            <a:extLst>
              <a:ext uri="{FF2B5EF4-FFF2-40B4-BE49-F238E27FC236}">
                <a16:creationId xmlns:a16="http://schemas.microsoft.com/office/drawing/2014/main" id="{88E2377A-ED6B-4D69-A9DC-647CB22A520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000303" y="2929823"/>
            <a:ext cx="1867186" cy="2471878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ru-RU" sz="1500" b="0">
                <a:solidFill>
                  <a:schemeClr val="accent6"/>
                </a:solidFill>
                <a:latin typeface="+mn-lt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 noProof="0" dirty="0"/>
              <a:t>Щелкните, чтобы изменить стили текста образца слайда </a:t>
            </a:r>
          </a:p>
        </p:txBody>
      </p:sp>
      <p:sp>
        <p:nvSpPr>
          <p:cNvPr id="31" name="Контент 47">
            <a:extLst>
              <a:ext uri="{FF2B5EF4-FFF2-40B4-BE49-F238E27FC236}">
                <a16:creationId xmlns:a16="http://schemas.microsoft.com/office/drawing/2014/main" id="{ECC27D7D-FA65-E93F-3C7E-AADBF7E0CC2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64216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ru-RU" sz="1500" b="0">
                <a:solidFill>
                  <a:schemeClr val="accent6"/>
                </a:solidFill>
                <a:latin typeface="+mn-lt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 noProof="0" dirty="0"/>
              <a:t>Щелкните, чтобы изменить стили текста образца слайда </a:t>
            </a:r>
          </a:p>
        </p:txBody>
      </p:sp>
      <p:sp>
        <p:nvSpPr>
          <p:cNvPr id="33" name="Контент 47">
            <a:extLst>
              <a:ext uri="{FF2B5EF4-FFF2-40B4-BE49-F238E27FC236}">
                <a16:creationId xmlns:a16="http://schemas.microsoft.com/office/drawing/2014/main" id="{DF5280E4-E86B-9E17-04A1-072A8148C3B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326319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ru-RU" sz="1500" b="0">
                <a:solidFill>
                  <a:schemeClr val="accent6"/>
                </a:solidFill>
                <a:latin typeface="+mn-lt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 noProof="0" dirty="0"/>
              <a:t>Щелкните, чтобы изменить стили текста образца слайда </a:t>
            </a:r>
          </a:p>
        </p:txBody>
      </p:sp>
      <p:sp>
        <p:nvSpPr>
          <p:cNvPr id="37" name="Контент 47">
            <a:extLst>
              <a:ext uri="{FF2B5EF4-FFF2-40B4-BE49-F238E27FC236}">
                <a16:creationId xmlns:a16="http://schemas.microsoft.com/office/drawing/2014/main" id="{42F4F0D3-AF64-7F92-FF1C-F5D1DC62A38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488424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ru-RU" sz="1500" b="0">
                <a:solidFill>
                  <a:schemeClr val="accent6"/>
                </a:solidFill>
                <a:latin typeface="+mn-lt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 noProof="0" dirty="0"/>
              <a:t>Щелкните, чтобы изменить стили текста образца слайда </a:t>
            </a:r>
          </a:p>
        </p:txBody>
      </p:sp>
      <p:sp>
        <p:nvSpPr>
          <p:cNvPr id="27" name="Контент 47">
            <a:extLst>
              <a:ext uri="{FF2B5EF4-FFF2-40B4-BE49-F238E27FC236}">
                <a16:creationId xmlns:a16="http://schemas.microsoft.com/office/drawing/2014/main" id="{43D089D6-48B5-43AB-A887-EEF910BA916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8200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lang="ru-RU"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 rtl="0"/>
            <a:r>
              <a:rPr lang="ru-RU" noProof="0" dirty="0"/>
              <a:t>Образец заголовка</a:t>
            </a:r>
            <a:endParaRPr lang="ru-RU" altLang="en-US" noProof="0" dirty="0"/>
          </a:p>
        </p:txBody>
      </p:sp>
      <p:sp>
        <p:nvSpPr>
          <p:cNvPr id="24" name="Заголовок 4">
            <a:extLst>
              <a:ext uri="{FF2B5EF4-FFF2-40B4-BE49-F238E27FC236}">
                <a16:creationId xmlns:a16="http://schemas.microsoft.com/office/drawing/2014/main" id="{69ABDED2-7EB3-3ABE-90D0-E6C00F806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 noProof="0" dirty="0"/>
              <a:t>Образец заголовка</a:t>
            </a:r>
          </a:p>
        </p:txBody>
      </p:sp>
      <p:sp>
        <p:nvSpPr>
          <p:cNvPr id="25" name="Контент 47">
            <a:extLst>
              <a:ext uri="{FF2B5EF4-FFF2-40B4-BE49-F238E27FC236}">
                <a16:creationId xmlns:a16="http://schemas.microsoft.com/office/drawing/2014/main" id="{476A31DC-7395-007C-8BA1-C38E5B289CF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000756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lang="ru-RU"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 rtl="0"/>
            <a:r>
              <a:rPr lang="ru-RU" noProof="0" dirty="0"/>
              <a:t>Образец заголовка</a:t>
            </a:r>
            <a:endParaRPr lang="ru-RU" altLang="en-US" noProof="0" dirty="0"/>
          </a:p>
        </p:txBody>
      </p:sp>
      <p:sp>
        <p:nvSpPr>
          <p:cNvPr id="26" name="Контент 47">
            <a:extLst>
              <a:ext uri="{FF2B5EF4-FFF2-40B4-BE49-F238E27FC236}">
                <a16:creationId xmlns:a16="http://schemas.microsoft.com/office/drawing/2014/main" id="{35CE0786-D87B-DD89-C418-C53C1B7E610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163312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lang="ru-RU"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 rtl="0"/>
            <a:r>
              <a:rPr lang="ru-RU" noProof="0" dirty="0"/>
              <a:t>Образец заголовка</a:t>
            </a:r>
            <a:endParaRPr lang="ru-RU" altLang="en-US" noProof="0" dirty="0"/>
          </a:p>
        </p:txBody>
      </p:sp>
      <p:sp>
        <p:nvSpPr>
          <p:cNvPr id="28" name="Контент 47">
            <a:extLst>
              <a:ext uri="{FF2B5EF4-FFF2-40B4-BE49-F238E27FC236}">
                <a16:creationId xmlns:a16="http://schemas.microsoft.com/office/drawing/2014/main" id="{7C7F2E6C-1DCD-3C6A-4830-5BF230A3AAB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325868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lang="ru-RU"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 rtl="0"/>
            <a:r>
              <a:rPr lang="ru-RU" noProof="0" dirty="0"/>
              <a:t>Образец заголовка</a:t>
            </a:r>
            <a:endParaRPr lang="ru-RU" altLang="en-US" noProof="0" dirty="0"/>
          </a:p>
        </p:txBody>
      </p:sp>
      <p:sp>
        <p:nvSpPr>
          <p:cNvPr id="29" name="Контент 47">
            <a:extLst>
              <a:ext uri="{FF2B5EF4-FFF2-40B4-BE49-F238E27FC236}">
                <a16:creationId xmlns:a16="http://schemas.microsoft.com/office/drawing/2014/main" id="{56A87F6E-D6C5-8903-BC20-31381004603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488424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lang="ru-RU"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 rtl="0"/>
            <a:r>
              <a:rPr lang="ru-RU" noProof="0" dirty="0"/>
              <a:t>Образец заголовка</a:t>
            </a:r>
            <a:endParaRPr lang="ru-RU" altLang="en-US" noProof="0" dirty="0"/>
          </a:p>
        </p:txBody>
      </p:sp>
      <p:sp>
        <p:nvSpPr>
          <p:cNvPr id="11" name="Нижний колонтитул 10">
            <a:extLst>
              <a:ext uri="{FF2B5EF4-FFF2-40B4-BE49-F238E27FC236}">
                <a16:creationId xmlns:a16="http://schemas.microsoft.com/office/drawing/2014/main" id="{7218367E-FDD8-A1F8-8E0F-A365771B85F7}"/>
              </a:ext>
            </a:extLst>
          </p:cNvPr>
          <p:cNvSpPr>
            <a:spLocks noGrp="1"/>
          </p:cNvSpPr>
          <p:nvPr>
            <p:ph type="ftr" sz="quarter" idx="54"/>
          </p:nvPr>
        </p:nvSpPr>
        <p:spPr/>
        <p:txBody>
          <a:bodyPr rtlCol="0">
            <a:noAutofit/>
          </a:bodyPr>
          <a:lstStyle>
            <a:defPPr>
              <a:defRPr lang="ru-RU"/>
            </a:defPPr>
          </a:lstStyle>
          <a:p>
            <a:pPr rtl="0"/>
            <a:r>
              <a:rPr lang="ru-RU" noProof="0" dirty="0"/>
              <a:t>Заголовок презентации</a:t>
            </a:r>
          </a:p>
        </p:txBody>
      </p:sp>
      <p:sp>
        <p:nvSpPr>
          <p:cNvPr id="12" name="Номер слайда 11">
            <a:extLst>
              <a:ext uri="{FF2B5EF4-FFF2-40B4-BE49-F238E27FC236}">
                <a16:creationId xmlns:a16="http://schemas.microsoft.com/office/drawing/2014/main" id="{77ECE300-0AB8-85A0-D4D3-B948DDA7B00F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 rtlCol="0">
            <a:noAutofit/>
          </a:bodyPr>
          <a:lstStyle>
            <a:defPPr>
              <a:defRPr lang="ru-RU"/>
            </a:defPPr>
          </a:lstStyle>
          <a:p>
            <a:pPr rtl="0"/>
            <a:fld id="{47FEACEE-25B4-4A2D-B147-27296E36371D}" type="slidenum">
              <a:rPr lang="ru-RU" altLang="zh-CN" noProof="0" smtClean="0"/>
              <a:pPr/>
              <a:t>‹#›</a:t>
            </a:fld>
            <a:endParaRPr lang="ru-RU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07553155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головок и контент с оформление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Заголовок 4">
            <a:extLst>
              <a:ext uri="{FF2B5EF4-FFF2-40B4-BE49-F238E27FC236}">
                <a16:creationId xmlns:a16="http://schemas.microsoft.com/office/drawing/2014/main" id="{05751864-B11A-0286-13EA-2AC2A2C8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709" y="721538"/>
            <a:ext cx="10889796" cy="14189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0" name="Таблица">
            <a:extLst>
              <a:ext uri="{FF2B5EF4-FFF2-40B4-BE49-F238E27FC236}">
                <a16:creationId xmlns:a16="http://schemas.microsoft.com/office/drawing/2014/main" id="{CFC5FF09-DE50-4155-81A0-5DD9B700F205}"/>
              </a:ext>
            </a:extLst>
          </p:cNvPr>
          <p:cNvSpPr>
            <a:spLocks noGrp="1"/>
          </p:cNvSpPr>
          <p:nvPr>
            <p:ph type="tbl" sz="quarter" idx="27" hasCustomPrompt="1"/>
          </p:nvPr>
        </p:nvSpPr>
        <p:spPr>
          <a:xfrm>
            <a:off x="581709" y="1614198"/>
            <a:ext cx="10889796" cy="4317856"/>
          </a:xfrm>
          <a:prstGeom prst="rect">
            <a:avLst/>
          </a:prstGeom>
        </p:spPr>
        <p:txBody>
          <a:bodyPr rtlCol="0">
            <a:noAutofit/>
          </a:bodyPr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Щелкните, чтобы изменить стиль образца текста</a:t>
            </a:r>
            <a:endParaRPr lang="ru-RU" altLang="en-US"/>
          </a:p>
        </p:txBody>
      </p:sp>
      <p:sp>
        <p:nvSpPr>
          <p:cNvPr id="9" name="Полилиния: Фигура 5">
            <a:extLst>
              <a:ext uri="{FF2B5EF4-FFF2-40B4-BE49-F238E27FC236}">
                <a16:creationId xmlns:a16="http://schemas.microsoft.com/office/drawing/2014/main" id="{3F619E6B-153E-B522-47EB-4104C405736C}"/>
              </a:ext>
            </a:extLst>
          </p:cNvPr>
          <p:cNvSpPr/>
          <p:nvPr userDrawn="1"/>
        </p:nvSpPr>
        <p:spPr>
          <a:xfrm>
            <a:off x="10551278" y="4665388"/>
            <a:ext cx="603952" cy="68174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12" name="Полилиния 11">
            <a:extLst>
              <a:ext uri="{FF2B5EF4-FFF2-40B4-BE49-F238E27FC236}">
                <a16:creationId xmlns:a16="http://schemas.microsoft.com/office/drawing/2014/main" id="{687A7B3D-E004-6D6A-5979-8F1BADBC9237}"/>
              </a:ext>
            </a:extLst>
          </p:cNvPr>
          <p:cNvSpPr/>
          <p:nvPr userDrawn="1"/>
        </p:nvSpPr>
        <p:spPr>
          <a:xfrm>
            <a:off x="10524774" y="5146146"/>
            <a:ext cx="1667226" cy="1711855"/>
          </a:xfrm>
          <a:custGeom>
            <a:avLst/>
            <a:gdLst>
              <a:gd name="connsiteX0" fmla="*/ 998834 w 1667226"/>
              <a:gd name="connsiteY0" fmla="*/ 0 h 1711855"/>
              <a:gd name="connsiteX1" fmla="*/ 1667226 w 1667226"/>
              <a:gd name="connsiteY1" fmla="*/ 373790 h 1711855"/>
              <a:gd name="connsiteX2" fmla="*/ 1667226 w 1667226"/>
              <a:gd name="connsiteY2" fmla="*/ 1711855 h 1711855"/>
              <a:gd name="connsiteX3" fmla="*/ 48502 w 1667226"/>
              <a:gd name="connsiteY3" fmla="*/ 1711855 h 1711855"/>
              <a:gd name="connsiteX4" fmla="*/ 0 w 1667226"/>
              <a:gd name="connsiteY4" fmla="*/ 1684915 h 1711855"/>
              <a:gd name="connsiteX5" fmla="*/ 0 w 1667226"/>
              <a:gd name="connsiteY5" fmla="*/ 564300 h 17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7226" h="1711855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13" name="Полилиния: Фигура 11">
            <a:extLst>
              <a:ext uri="{FF2B5EF4-FFF2-40B4-BE49-F238E27FC236}">
                <a16:creationId xmlns:a16="http://schemas.microsoft.com/office/drawing/2014/main" id="{A4CA3A93-BDBF-112D-54A0-05BF6B06BCC1}"/>
              </a:ext>
            </a:extLst>
          </p:cNvPr>
          <p:cNvSpPr/>
          <p:nvPr userDrawn="1"/>
        </p:nvSpPr>
        <p:spPr>
          <a:xfrm>
            <a:off x="10177285" y="5347130"/>
            <a:ext cx="748554" cy="85636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5F7A154B-D8F5-C1FB-307D-496380875BD1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 rtlCol="0">
            <a:noAutofit/>
          </a:bodyPr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Название презентации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728715E-D2CE-A33E-1A28-4E627F239BB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 rtlCol="0">
            <a:noAutofit/>
          </a:bodyPr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fld id="{47FEACEE-25B4-4A2D-B147-27296E36371D}" type="slidenum">
              <a:rPr lang="ru-RU" altLang="zh-CN" smtClean="0"/>
              <a:pPr/>
              <a:t>‹#›</a:t>
            </a:fld>
            <a:endParaRPr lang="ru-RU" altLang="zh-CN" dirty="0"/>
          </a:p>
        </p:txBody>
      </p:sp>
    </p:spTree>
    <p:extLst>
      <p:ext uri="{BB962C8B-B14F-4D97-AF65-F5344CB8AC3E}">
        <p14:creationId xmlns:p14="http://schemas.microsoft.com/office/powerpoint/2010/main" val="32034257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Цитата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8BF58E95-E9E1-28E6-FB2F-DE80889223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9079" y="1856195"/>
            <a:ext cx="4518122" cy="1688906"/>
          </a:xfrm>
        </p:spPr>
        <p:txBody>
          <a:bodyPr rtlCol="0" anchor="b">
            <a:noAutofit/>
          </a:bodyPr>
          <a:lstStyle>
            <a:lvl1pPr>
              <a:defRPr lang="ru-RU" sz="2700">
                <a:latin typeface="+mn-lt"/>
              </a:defRPr>
            </a:lvl1pPr>
          </a:lstStyle>
          <a:p>
            <a:pPr rtl="0"/>
            <a:r>
              <a:rPr lang="ru-RU"/>
              <a:t>Щелкните, чтобы изменить стиль текста</a:t>
            </a:r>
          </a:p>
        </p:txBody>
      </p:sp>
      <p:sp>
        <p:nvSpPr>
          <p:cNvPr id="11" name="Подзаголовок 47">
            <a:extLst>
              <a:ext uri="{FF2B5EF4-FFF2-40B4-BE49-F238E27FC236}">
                <a16:creationId xmlns:a16="http://schemas.microsoft.com/office/drawing/2014/main" id="{3B45AD65-2B81-A368-E5F0-5C61D0B1DFE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5999" y="3695015"/>
            <a:ext cx="4672693" cy="1688906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buNone/>
              <a:defRPr lang="ru-RU" sz="1500" b="0">
                <a:solidFill>
                  <a:schemeClr val="accent4"/>
                </a:solidFill>
                <a:latin typeface="+mn-lt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4" name="Полилиния: Фигура 5">
            <a:extLst>
              <a:ext uri="{FF2B5EF4-FFF2-40B4-BE49-F238E27FC236}">
                <a16:creationId xmlns:a16="http://schemas.microsoft.com/office/drawing/2014/main" id="{0CA4AA19-0D07-46AB-AC12-64054BBBB499}"/>
              </a:ext>
            </a:extLst>
          </p:cNvPr>
          <p:cNvSpPr/>
          <p:nvPr userDrawn="1"/>
        </p:nvSpPr>
        <p:spPr>
          <a:xfrm>
            <a:off x="3843559" y="722518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5" name="Полилиния: Фигура 6">
            <a:extLst>
              <a:ext uri="{FF2B5EF4-FFF2-40B4-BE49-F238E27FC236}">
                <a16:creationId xmlns:a16="http://schemas.microsoft.com/office/drawing/2014/main" id="{DF781D9E-0DF5-4DDA-84E6-35DFB054158C}"/>
              </a:ext>
            </a:extLst>
          </p:cNvPr>
          <p:cNvSpPr/>
          <p:nvPr userDrawn="1"/>
        </p:nvSpPr>
        <p:spPr>
          <a:xfrm>
            <a:off x="1223929" y="1436914"/>
            <a:ext cx="2857005" cy="326977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sz="1600" dirty="0"/>
          </a:p>
        </p:txBody>
      </p:sp>
      <p:sp>
        <p:nvSpPr>
          <p:cNvPr id="6" name="Полилиния: Фигура 7">
            <a:extLst>
              <a:ext uri="{FF2B5EF4-FFF2-40B4-BE49-F238E27FC236}">
                <a16:creationId xmlns:a16="http://schemas.microsoft.com/office/drawing/2014/main" id="{86BA1075-E23C-4BC9-8F67-B2E408F864D2}"/>
              </a:ext>
            </a:extLst>
          </p:cNvPr>
          <p:cNvSpPr/>
          <p:nvPr userDrawn="1"/>
        </p:nvSpPr>
        <p:spPr>
          <a:xfrm>
            <a:off x="758702" y="3457554"/>
            <a:ext cx="1208037" cy="138175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8" name="Полилиния: Фигура 11">
            <a:extLst>
              <a:ext uri="{FF2B5EF4-FFF2-40B4-BE49-F238E27FC236}">
                <a16:creationId xmlns:a16="http://schemas.microsoft.com/office/drawing/2014/main" id="{B2A4CA75-D17E-243B-9C56-A63C75AF6D56}"/>
              </a:ext>
            </a:extLst>
          </p:cNvPr>
          <p:cNvSpPr/>
          <p:nvPr userDrawn="1"/>
        </p:nvSpPr>
        <p:spPr>
          <a:xfrm>
            <a:off x="2917915" y="4662164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964077E-956B-EA3A-700F-A833D82341FE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 rtlCol="0">
            <a:noAutofit/>
          </a:bodyPr>
          <a:lstStyle>
            <a:defPPr>
              <a:defRPr lang="ru-RU"/>
            </a:defPPr>
          </a:lstStyle>
          <a:p>
            <a:pPr rtl="0"/>
            <a:r>
              <a:rPr lang="ru-RU" noProof="0"/>
              <a:t>Название презентации</a:t>
            </a:r>
            <a:endParaRPr lang="ru-RU" noProof="0" dirty="0"/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8ED455D4-27F3-B6AD-2A20-7475F307E5E4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 rtlCol="0">
            <a:noAutofit/>
          </a:bodyPr>
          <a:lstStyle>
            <a:defPPr>
              <a:defRPr lang="ru-RU"/>
            </a:defPPr>
          </a:lstStyle>
          <a:p>
            <a:pPr rtl="0"/>
            <a:fld id="{47FEACEE-25B4-4A2D-B147-27296E36371D}" type="slidenum">
              <a:rPr lang="ru-RU" altLang="zh-CN" noProof="0" smtClean="0"/>
              <a:pPr/>
              <a:t>‹#›</a:t>
            </a:fld>
            <a:endParaRPr lang="ru-RU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80712393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вестка д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5518B595-5A04-0768-52B1-73F11E47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572" y="3435545"/>
            <a:ext cx="4253399" cy="1740114"/>
          </a:xfrm>
        </p:spPr>
        <p:txBody>
          <a:bodyPr rtlCol="0">
            <a:noAutofit/>
          </a:bodyPr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 noProof="0" dirty="0"/>
              <a:t>Образец заголовка</a:t>
            </a:r>
          </a:p>
        </p:txBody>
      </p:sp>
      <p:sp>
        <p:nvSpPr>
          <p:cNvPr id="7" name="Полилиния: фигура 4">
            <a:extLst>
              <a:ext uri="{FF2B5EF4-FFF2-40B4-BE49-F238E27FC236}">
                <a16:creationId xmlns:a16="http://schemas.microsoft.com/office/drawing/2014/main" id="{AE722AFD-22D7-4BD8-B055-3867C3800E16}"/>
              </a:ext>
            </a:extLst>
          </p:cNvPr>
          <p:cNvSpPr/>
          <p:nvPr userDrawn="1"/>
        </p:nvSpPr>
        <p:spPr>
          <a:xfrm>
            <a:off x="6282845" y="525294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sz="1800" noProof="0" dirty="0"/>
          </a:p>
        </p:txBody>
      </p:sp>
      <p:sp>
        <p:nvSpPr>
          <p:cNvPr id="13" name="Полилиния: Фигура 12">
            <a:extLst>
              <a:ext uri="{FF2B5EF4-FFF2-40B4-BE49-F238E27FC236}">
                <a16:creationId xmlns:a16="http://schemas.microsoft.com/office/drawing/2014/main" id="{5D0355E4-3980-42A9-9376-74163520D39D}"/>
              </a:ext>
            </a:extLst>
          </p:cNvPr>
          <p:cNvSpPr/>
          <p:nvPr userDrawn="1"/>
        </p:nvSpPr>
        <p:spPr>
          <a:xfrm>
            <a:off x="8375472" y="496110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sz="1800" noProof="0" dirty="0"/>
          </a:p>
        </p:txBody>
      </p:sp>
      <p:sp>
        <p:nvSpPr>
          <p:cNvPr id="14" name="Полилиния: Фигура 13">
            <a:extLst>
              <a:ext uri="{FF2B5EF4-FFF2-40B4-BE49-F238E27FC236}">
                <a16:creationId xmlns:a16="http://schemas.microsoft.com/office/drawing/2014/main" id="{70174533-8C0E-4E82-A582-891A0555FA1F}"/>
              </a:ext>
            </a:extLst>
          </p:cNvPr>
          <p:cNvSpPr/>
          <p:nvPr userDrawn="1"/>
        </p:nvSpPr>
        <p:spPr>
          <a:xfrm>
            <a:off x="7328126" y="231031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sz="1800" noProof="0" dirty="0"/>
          </a:p>
        </p:txBody>
      </p:sp>
      <p:sp>
        <p:nvSpPr>
          <p:cNvPr id="15" name="Полилиния: Фигура 14">
            <a:extLst>
              <a:ext uri="{FF2B5EF4-FFF2-40B4-BE49-F238E27FC236}">
                <a16:creationId xmlns:a16="http://schemas.microsoft.com/office/drawing/2014/main" id="{071E3938-A754-4D49-B509-249EE9BD83AB}"/>
              </a:ext>
            </a:extLst>
          </p:cNvPr>
          <p:cNvSpPr/>
          <p:nvPr userDrawn="1"/>
        </p:nvSpPr>
        <p:spPr>
          <a:xfrm>
            <a:off x="8375472" y="409533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noProof="0" dirty="0"/>
          </a:p>
        </p:txBody>
      </p:sp>
      <p:sp>
        <p:nvSpPr>
          <p:cNvPr id="16" name="Полилиния: фигура 15">
            <a:extLst>
              <a:ext uri="{FF2B5EF4-FFF2-40B4-BE49-F238E27FC236}">
                <a16:creationId xmlns:a16="http://schemas.microsoft.com/office/drawing/2014/main" id="{B9D430ED-A815-4274-966C-8192C4230569}"/>
              </a:ext>
            </a:extLst>
          </p:cNvPr>
          <p:cNvSpPr/>
          <p:nvPr userDrawn="1"/>
        </p:nvSpPr>
        <p:spPr>
          <a:xfrm>
            <a:off x="9403474" y="231031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sz="1800" noProof="0" dirty="0"/>
          </a:p>
        </p:txBody>
      </p:sp>
      <p:sp>
        <p:nvSpPr>
          <p:cNvPr id="24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5414CF94-2913-4AE7-AAC3-3D61FE74288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4027" y="1076241"/>
            <a:ext cx="1913128" cy="1054727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lang="ru-RU"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 noProof="0" dirty="0"/>
              <a:t>Образец заголовка </a:t>
            </a:r>
          </a:p>
        </p:txBody>
      </p:sp>
      <p:sp>
        <p:nvSpPr>
          <p:cNvPr id="26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3CE3485A-395E-4C5F-A00F-D230FF7CFB9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75472" y="1076241"/>
            <a:ext cx="1904890" cy="1054728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lang="ru-RU"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 noProof="0" dirty="0"/>
              <a:t>Образец заголовка </a:t>
            </a:r>
          </a:p>
        </p:txBody>
      </p:sp>
      <p:sp>
        <p:nvSpPr>
          <p:cNvPr id="33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6A8DFBFF-5B07-49C6-ADB8-341FCD1E753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321949" y="2844725"/>
            <a:ext cx="1914694" cy="1089194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lang="ru-RU"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 noProof="0" dirty="0"/>
              <a:t>Образец заголовка </a:t>
            </a:r>
          </a:p>
        </p:txBody>
      </p:sp>
      <p:sp>
        <p:nvSpPr>
          <p:cNvPr id="34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1AC7F192-CFC3-470A-9467-330212C6F52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409651" y="2826795"/>
            <a:ext cx="1913128" cy="1107124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lang="ru-RU"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 noProof="0" dirty="0"/>
              <a:t>Образец заголовка </a:t>
            </a:r>
          </a:p>
        </p:txBody>
      </p:sp>
      <p:sp>
        <p:nvSpPr>
          <p:cNvPr id="35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A5D53FF3-B0CD-4D31-9128-2D2E0E89F09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67234" y="4631270"/>
            <a:ext cx="1913128" cy="1075689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lang="ru-RU"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 noProof="0" dirty="0"/>
              <a:t>Образец заголовка </a:t>
            </a:r>
          </a:p>
        </p:txBody>
      </p:sp>
      <p:sp>
        <p:nvSpPr>
          <p:cNvPr id="6" name="Полилиния: Фигура 6">
            <a:extLst>
              <a:ext uri="{FF2B5EF4-FFF2-40B4-BE49-F238E27FC236}">
                <a16:creationId xmlns:a16="http://schemas.microsoft.com/office/drawing/2014/main" id="{4D27EAE5-5D14-4E2B-9A4E-E1CE7C26F40F}"/>
              </a:ext>
            </a:extLst>
          </p:cNvPr>
          <p:cNvSpPr/>
          <p:nvPr userDrawn="1"/>
        </p:nvSpPr>
        <p:spPr>
          <a:xfrm>
            <a:off x="630971" y="606175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noProof="0" dirty="0"/>
          </a:p>
        </p:txBody>
      </p:sp>
      <p:sp>
        <p:nvSpPr>
          <p:cNvPr id="29" name="Полилиния 28">
            <a:extLst>
              <a:ext uri="{FF2B5EF4-FFF2-40B4-BE49-F238E27FC236}">
                <a16:creationId xmlns:a16="http://schemas.microsoft.com/office/drawing/2014/main" id="{0B88ADED-0863-78D3-7710-E131932E965F}"/>
              </a:ext>
            </a:extLst>
          </p:cNvPr>
          <p:cNvSpPr/>
          <p:nvPr userDrawn="1"/>
        </p:nvSpPr>
        <p:spPr>
          <a:xfrm>
            <a:off x="10460480" y="505838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8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8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noProof="0" dirty="0"/>
          </a:p>
        </p:txBody>
      </p:sp>
      <p:sp>
        <p:nvSpPr>
          <p:cNvPr id="28" name="Полилиния 27">
            <a:extLst>
              <a:ext uri="{FF2B5EF4-FFF2-40B4-BE49-F238E27FC236}">
                <a16:creationId xmlns:a16="http://schemas.microsoft.com/office/drawing/2014/main" id="{32435EB1-8BEE-9EEE-D9E4-E53D56B7E09C}"/>
              </a:ext>
            </a:extLst>
          </p:cNvPr>
          <p:cNvSpPr/>
          <p:nvPr userDrawn="1"/>
        </p:nvSpPr>
        <p:spPr>
          <a:xfrm>
            <a:off x="11498097" y="2436654"/>
            <a:ext cx="698022" cy="1868948"/>
          </a:xfrm>
          <a:custGeom>
            <a:avLst/>
            <a:gdLst>
              <a:gd name="connsiteX0" fmla="*/ 698022 w 698022"/>
              <a:gd name="connsiteY0" fmla="*/ 0 h 1868948"/>
              <a:gd name="connsiteX1" fmla="*/ 698022 w 698022"/>
              <a:gd name="connsiteY1" fmla="*/ 1868948 h 1868948"/>
              <a:gd name="connsiteX2" fmla="*/ 0 w 698022"/>
              <a:gd name="connsiteY2" fmla="*/ 1477709 h 1868948"/>
              <a:gd name="connsiteX3" fmla="*/ 0 w 698022"/>
              <a:gd name="connsiteY3" fmla="*/ 397939 h 1868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022" h="1868948">
                <a:moveTo>
                  <a:pt x="698022" y="0"/>
                </a:moveTo>
                <a:lnTo>
                  <a:pt x="698022" y="1868948"/>
                </a:lnTo>
                <a:lnTo>
                  <a:pt x="0" y="1477709"/>
                </a:lnTo>
                <a:lnTo>
                  <a:pt x="0" y="397939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noProof="0" dirty="0"/>
          </a:p>
        </p:txBody>
      </p:sp>
      <p:sp>
        <p:nvSpPr>
          <p:cNvPr id="30" name="Полилиния 29">
            <a:extLst>
              <a:ext uri="{FF2B5EF4-FFF2-40B4-BE49-F238E27FC236}">
                <a16:creationId xmlns:a16="http://schemas.microsoft.com/office/drawing/2014/main" id="{2692688E-3654-181E-6244-F2CED7612746}"/>
              </a:ext>
            </a:extLst>
          </p:cNvPr>
          <p:cNvSpPr/>
          <p:nvPr userDrawn="1"/>
        </p:nvSpPr>
        <p:spPr>
          <a:xfrm>
            <a:off x="10460480" y="4114794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9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9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noProof="0" dirty="0"/>
          </a:p>
        </p:txBody>
      </p:sp>
      <p:sp>
        <p:nvSpPr>
          <p:cNvPr id="11" name="Полилиния: Фигура 10">
            <a:extLst>
              <a:ext uri="{FF2B5EF4-FFF2-40B4-BE49-F238E27FC236}">
                <a16:creationId xmlns:a16="http://schemas.microsoft.com/office/drawing/2014/main" id="{01796F5D-2CC8-44C2-B5B5-E61BEFFF5A72}"/>
              </a:ext>
            </a:extLst>
          </p:cNvPr>
          <p:cNvSpPr/>
          <p:nvPr userDrawn="1"/>
        </p:nvSpPr>
        <p:spPr>
          <a:xfrm>
            <a:off x="5252937" y="2290859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noProof="0" dirty="0"/>
          </a:p>
        </p:txBody>
      </p:sp>
      <p:sp>
        <p:nvSpPr>
          <p:cNvPr id="12" name="Полилиния: Фигура 11">
            <a:extLst>
              <a:ext uri="{FF2B5EF4-FFF2-40B4-BE49-F238E27FC236}">
                <a16:creationId xmlns:a16="http://schemas.microsoft.com/office/drawing/2014/main" id="{73093633-6A91-42B5-961C-4B3A5DDF2146}"/>
              </a:ext>
            </a:extLst>
          </p:cNvPr>
          <p:cNvSpPr/>
          <p:nvPr userDrawn="1"/>
        </p:nvSpPr>
        <p:spPr>
          <a:xfrm>
            <a:off x="6310033" y="405642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noProof="0" dirty="0"/>
          </a:p>
        </p:txBody>
      </p:sp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D6B1A7E0-D0BF-7FCA-D296-94BFC0D611C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>
          <a:xfrm>
            <a:off x="484632" y="6217920"/>
            <a:ext cx="4114800" cy="365125"/>
          </a:xfrm>
        </p:spPr>
        <p:txBody>
          <a:bodyPr rtlCol="0"/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 noProof="0" dirty="0"/>
              <a:t>Название презентации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CAC10D1-DF42-8734-0793-84312B963E6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>
          <a:xfrm>
            <a:off x="11194169" y="6217920"/>
            <a:ext cx="458592" cy="365125"/>
          </a:xfrm>
        </p:spPr>
        <p:txBody>
          <a:bodyPr rtlCol="0"/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fld id="{47FEACEE-25B4-4A2D-B147-27296E36371D}" type="slidenum">
              <a:rPr lang="ru-RU" altLang="zh-CN" noProof="0" smtClean="0"/>
              <a:pPr/>
              <a:t>‹#›</a:t>
            </a:fld>
            <a:endParaRPr lang="ru-RU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8620970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8">
          <p15:clr>
            <a:srgbClr val="FBAE40"/>
          </p15:clr>
        </p15:guide>
        <p15:guide id="2" pos="504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вед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50C1D3CF-F6AF-93EB-C40E-C278E5844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096892"/>
            <a:ext cx="5117162" cy="1325563"/>
          </a:xfrm>
        </p:spPr>
        <p:txBody>
          <a:bodyPr rtlCol="0">
            <a:noAutofit/>
          </a:bodyPr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4" name="Контент 47">
            <a:extLst>
              <a:ext uri="{FF2B5EF4-FFF2-40B4-BE49-F238E27FC236}">
                <a16:creationId xmlns:a16="http://schemas.microsoft.com/office/drawing/2014/main" id="{E61594E5-F661-407F-9B5E-62267D2E6AA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09574" y="3435546"/>
            <a:ext cx="4260180" cy="1294530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buNone/>
              <a:defRPr lang="ru-RU" sz="1500" b="0">
                <a:solidFill>
                  <a:schemeClr val="accent6"/>
                </a:solidFill>
                <a:latin typeface="+mn-lt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21" name="Рисунок 20">
            <a:extLst>
              <a:ext uri="{FF2B5EF4-FFF2-40B4-BE49-F238E27FC236}">
                <a16:creationId xmlns:a16="http://schemas.microsoft.com/office/drawing/2014/main" id="{988BDF24-3B67-5B77-0D48-319FA7FD0F6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5745001" y="0"/>
            <a:ext cx="6446999" cy="6858000"/>
          </a:xfrm>
          <a:custGeom>
            <a:avLst/>
            <a:gdLst>
              <a:gd name="connsiteX0" fmla="*/ 2550369 w 6483642"/>
              <a:gd name="connsiteY0" fmla="*/ 0 h 6858000"/>
              <a:gd name="connsiteX1" fmla="*/ 4338592 w 6483642"/>
              <a:gd name="connsiteY1" fmla="*/ 0 h 6858000"/>
              <a:gd name="connsiteX2" fmla="*/ 6483642 w 6483642"/>
              <a:gd name="connsiteY2" fmla="*/ 1338386 h 6858000"/>
              <a:gd name="connsiteX3" fmla="*/ 6483642 w 6483642"/>
              <a:gd name="connsiteY3" fmla="*/ 5624376 h 6858000"/>
              <a:gd name="connsiteX4" fmla="*/ 4378767 w 6483642"/>
              <a:gd name="connsiteY4" fmla="*/ 6858000 h 6858000"/>
              <a:gd name="connsiteX5" fmla="*/ 2590564 w 6483642"/>
              <a:gd name="connsiteY5" fmla="*/ 6858000 h 6858000"/>
              <a:gd name="connsiteX6" fmla="*/ 133 w 6483642"/>
              <a:gd name="connsiteY6" fmla="*/ 5332429 h 6858000"/>
              <a:gd name="connsiteX7" fmla="*/ 20164 w 6483642"/>
              <a:gd name="connsiteY7" fmla="*/ 1404433 h 6858000"/>
              <a:gd name="connsiteX0" fmla="*/ 2530205 w 6463478"/>
              <a:gd name="connsiteY0" fmla="*/ 0 h 6858000"/>
              <a:gd name="connsiteX1" fmla="*/ 4318428 w 6463478"/>
              <a:gd name="connsiteY1" fmla="*/ 0 h 6858000"/>
              <a:gd name="connsiteX2" fmla="*/ 6463478 w 6463478"/>
              <a:gd name="connsiteY2" fmla="*/ 1338386 h 6858000"/>
              <a:gd name="connsiteX3" fmla="*/ 6463478 w 6463478"/>
              <a:gd name="connsiteY3" fmla="*/ 5624376 h 6858000"/>
              <a:gd name="connsiteX4" fmla="*/ 4358603 w 6463478"/>
              <a:gd name="connsiteY4" fmla="*/ 6858000 h 6858000"/>
              <a:gd name="connsiteX5" fmla="*/ 2570400 w 6463478"/>
              <a:gd name="connsiteY5" fmla="*/ 6858000 h 6858000"/>
              <a:gd name="connsiteX6" fmla="*/ 17140 w 6463478"/>
              <a:gd name="connsiteY6" fmla="*/ 5339864 h 6858000"/>
              <a:gd name="connsiteX7" fmla="*/ 0 w 6463478"/>
              <a:gd name="connsiteY7" fmla="*/ 1404433 h 6858000"/>
              <a:gd name="connsiteX8" fmla="*/ 2530205 w 6463478"/>
              <a:gd name="connsiteY8" fmla="*/ 0 h 6858000"/>
              <a:gd name="connsiteX0" fmla="*/ 2513726 w 6446999"/>
              <a:gd name="connsiteY0" fmla="*/ 0 h 6858000"/>
              <a:gd name="connsiteX1" fmla="*/ 4301949 w 6446999"/>
              <a:gd name="connsiteY1" fmla="*/ 0 h 6858000"/>
              <a:gd name="connsiteX2" fmla="*/ 6446999 w 6446999"/>
              <a:gd name="connsiteY2" fmla="*/ 1338386 h 6858000"/>
              <a:gd name="connsiteX3" fmla="*/ 6446999 w 6446999"/>
              <a:gd name="connsiteY3" fmla="*/ 5624376 h 6858000"/>
              <a:gd name="connsiteX4" fmla="*/ 4342124 w 6446999"/>
              <a:gd name="connsiteY4" fmla="*/ 6858000 h 6858000"/>
              <a:gd name="connsiteX5" fmla="*/ 2553921 w 6446999"/>
              <a:gd name="connsiteY5" fmla="*/ 6858000 h 6858000"/>
              <a:gd name="connsiteX6" fmla="*/ 661 w 6446999"/>
              <a:gd name="connsiteY6" fmla="*/ 5339864 h 6858000"/>
              <a:gd name="connsiteX7" fmla="*/ 299 w 6446999"/>
              <a:gd name="connsiteY7" fmla="*/ 1396044 h 6858000"/>
              <a:gd name="connsiteX8" fmla="*/ 2513726 w 644699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46999" h="6858000">
                <a:moveTo>
                  <a:pt x="2513726" y="0"/>
                </a:moveTo>
                <a:lnTo>
                  <a:pt x="4301949" y="0"/>
                </a:lnTo>
                <a:lnTo>
                  <a:pt x="6446999" y="1338386"/>
                </a:lnTo>
                <a:lnTo>
                  <a:pt x="6446999" y="5624376"/>
                </a:lnTo>
                <a:lnTo>
                  <a:pt x="4342124" y="6858000"/>
                </a:lnTo>
                <a:lnTo>
                  <a:pt x="2553921" y="6858000"/>
                </a:lnTo>
                <a:lnTo>
                  <a:pt x="661" y="5339864"/>
                </a:lnTo>
                <a:cubicBezTo>
                  <a:pt x="-1473" y="4048155"/>
                  <a:pt x="2433" y="2687753"/>
                  <a:pt x="299" y="1396044"/>
                </a:cubicBezTo>
                <a:lnTo>
                  <a:pt x="2513726" y="0"/>
                </a:lnTo>
                <a:close/>
              </a:path>
            </a:pathLst>
          </a:custGeom>
          <a:noFill/>
        </p:spPr>
        <p:txBody>
          <a:bodyPr wrap="square" rtlCol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dirty="0">
                <a:solidFill>
                  <a:schemeClr val="accent6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ru-RU"/>
            </a:pPr>
            <a:r>
              <a:rPr lang="ru-RU"/>
              <a:t>Щелкните значок, чтобы добавить фото</a:t>
            </a:r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1F6C45B-70BB-86F1-1866-F93BEC26ACF8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 rtlCol="0">
            <a:noAutofit/>
          </a:bodyPr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Заголовок презентации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870044D-485D-043B-9D5B-C01AA8E06447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 rtlCol="0">
            <a:noAutofit/>
          </a:bodyPr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fld id="{47FEACEE-25B4-4A2D-B147-27296E36371D}" type="slidenum">
              <a:rPr lang="ru-RU" altLang="zh-CN" smtClean="0"/>
              <a:pPr/>
              <a:t>‹#›</a:t>
            </a:fld>
            <a:endParaRPr lang="ru-RU" altLang="zh-CN" dirty="0"/>
          </a:p>
        </p:txBody>
      </p:sp>
    </p:spTree>
    <p:extLst>
      <p:ext uri="{BB962C8B-B14F-4D97-AF65-F5344CB8AC3E}">
        <p14:creationId xmlns:p14="http://schemas.microsoft.com/office/powerpoint/2010/main" val="416125984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4">
            <a:extLst>
              <a:ext uri="{FF2B5EF4-FFF2-40B4-BE49-F238E27FC236}">
                <a16:creationId xmlns:a16="http://schemas.microsoft.com/office/drawing/2014/main" id="{F73BF8E3-2426-5D65-6582-D4B03C765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0" y="2016579"/>
            <a:ext cx="4441188" cy="27758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8" name="Шестиугольник 17">
            <a:extLst>
              <a:ext uri="{FF2B5EF4-FFF2-40B4-BE49-F238E27FC236}">
                <a16:creationId xmlns:a16="http://schemas.microsoft.com/office/drawing/2014/main" id="{ADF8D8A3-175E-9A50-A98B-3766DAAB5EE2}"/>
              </a:ext>
            </a:extLst>
          </p:cNvPr>
          <p:cNvSpPr/>
          <p:nvPr userDrawn="1"/>
        </p:nvSpPr>
        <p:spPr>
          <a:xfrm rot="5400000">
            <a:off x="1308232" y="2004972"/>
            <a:ext cx="3593592" cy="2880360"/>
          </a:xfrm>
          <a:prstGeom prst="hexagon">
            <a:avLst>
              <a:gd name="adj" fmla="val 31211"/>
              <a:gd name="vf" fmla="val 11547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11" name="Текст 47" descr="Щелкните значок, чтобы добавить фото">
            <a:extLst>
              <a:ext uri="{FF2B5EF4-FFF2-40B4-BE49-F238E27FC236}">
                <a16:creationId xmlns:a16="http://schemas.microsoft.com/office/drawing/2014/main" id="{B264F104-ED4D-9A7F-E598-295893E05B7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319235" y="2911781"/>
            <a:ext cx="1570612" cy="107082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13000"/>
              </a:lnSpc>
              <a:buNone/>
              <a:defRPr lang="ru-RU" sz="1800" b="1" cap="all" baseline="0">
                <a:solidFill>
                  <a:schemeClr val="accent6"/>
                </a:solidFill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17" name="Рисунок 16">
            <a:extLst>
              <a:ext uri="{FF2B5EF4-FFF2-40B4-BE49-F238E27FC236}">
                <a16:creationId xmlns:a16="http://schemas.microsoft.com/office/drawing/2014/main" id="{7A084A88-6A62-9495-6CFE-1127D5CAAAB2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581710" y="555648"/>
            <a:ext cx="5045662" cy="5783096"/>
          </a:xfrm>
          <a:custGeom>
            <a:avLst/>
            <a:gdLst>
              <a:gd name="connsiteX0" fmla="*/ 2523318 w 5045662"/>
              <a:gd name="connsiteY0" fmla="*/ 1092708 h 5783096"/>
              <a:gd name="connsiteX1" fmla="*/ 1083139 w 5045662"/>
              <a:gd name="connsiteY1" fmla="*/ 1991697 h 5783096"/>
              <a:gd name="connsiteX2" fmla="*/ 1083139 w 5045662"/>
              <a:gd name="connsiteY2" fmla="*/ 3787311 h 5783096"/>
              <a:gd name="connsiteX3" fmla="*/ 2523318 w 5045662"/>
              <a:gd name="connsiteY3" fmla="*/ 4686300 h 5783096"/>
              <a:gd name="connsiteX4" fmla="*/ 3963497 w 5045662"/>
              <a:gd name="connsiteY4" fmla="*/ 3787311 h 5783096"/>
              <a:gd name="connsiteX5" fmla="*/ 3963497 w 5045662"/>
              <a:gd name="connsiteY5" fmla="*/ 1991697 h 5783096"/>
              <a:gd name="connsiteX6" fmla="*/ 2470122 w 5045662"/>
              <a:gd name="connsiteY6" fmla="*/ 0 h 5783096"/>
              <a:gd name="connsiteX7" fmla="*/ 5037208 w 5045662"/>
              <a:gd name="connsiteY7" fmla="*/ 1458369 h 5783096"/>
              <a:gd name="connsiteX8" fmla="*/ 5045662 w 5045662"/>
              <a:gd name="connsiteY8" fmla="*/ 4339769 h 5783096"/>
              <a:gd name="connsiteX9" fmla="*/ 2561576 w 5045662"/>
              <a:gd name="connsiteY9" fmla="*/ 5783096 h 5783096"/>
              <a:gd name="connsiteX10" fmla="*/ 24164 w 5045662"/>
              <a:gd name="connsiteY10" fmla="*/ 4354881 h 5783096"/>
              <a:gd name="connsiteX11" fmla="*/ 0 w 5045662"/>
              <a:gd name="connsiteY11" fmla="*/ 1453765 h 5783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045662" h="5783096">
                <a:moveTo>
                  <a:pt x="2523318" y="1092708"/>
                </a:moveTo>
                <a:lnTo>
                  <a:pt x="1083139" y="1991697"/>
                </a:lnTo>
                <a:lnTo>
                  <a:pt x="1083139" y="3787311"/>
                </a:lnTo>
                <a:lnTo>
                  <a:pt x="2523318" y="4686300"/>
                </a:lnTo>
                <a:lnTo>
                  <a:pt x="3963497" y="3787311"/>
                </a:lnTo>
                <a:lnTo>
                  <a:pt x="3963497" y="1991697"/>
                </a:lnTo>
                <a:close/>
                <a:moveTo>
                  <a:pt x="2470122" y="0"/>
                </a:moveTo>
                <a:lnTo>
                  <a:pt x="5037208" y="1458369"/>
                </a:lnTo>
                <a:cubicBezTo>
                  <a:pt x="5040026" y="2418836"/>
                  <a:pt x="5042844" y="3379302"/>
                  <a:pt x="5045662" y="4339769"/>
                </a:cubicBezTo>
                <a:lnTo>
                  <a:pt x="2561576" y="5783096"/>
                </a:lnTo>
                <a:lnTo>
                  <a:pt x="24164" y="4354881"/>
                </a:lnTo>
                <a:lnTo>
                  <a:pt x="0" y="1453765"/>
                </a:lnTo>
                <a:close/>
              </a:path>
            </a:pathLst>
          </a:custGeom>
        </p:spPr>
        <p:txBody>
          <a:bodyPr wrap="square" tIns="457200" rtlCol="0">
            <a:noAutofit/>
          </a:bodyPr>
          <a:lstStyle>
            <a:lvl1pPr marL="0" indent="0" algn="ctr">
              <a:buNone/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Щелкните значок, чтобы добавить фото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0771134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42BC57-1D8D-9F59-24F9-1E8232279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829" y="507076"/>
            <a:ext cx="10515600" cy="1115434"/>
          </a:xfrm>
        </p:spPr>
        <p:txBody>
          <a:bodyPr rtlCol="0"/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</a:p>
        </p:txBody>
      </p:sp>
      <p:sp>
        <p:nvSpPr>
          <p:cNvPr id="11" name="Контент 47">
            <a:extLst>
              <a:ext uri="{FF2B5EF4-FFF2-40B4-BE49-F238E27FC236}">
                <a16:creationId xmlns:a16="http://schemas.microsoft.com/office/drawing/2014/main" id="{561744A6-D3EA-42C3-8E71-3BB8BA1E6149}"/>
              </a:ext>
            </a:extLst>
          </p:cNvPr>
          <p:cNvSpPr>
            <a:spLocks noGrp="1"/>
          </p:cNvSpPr>
          <p:nvPr>
            <p:ph type="chart" sz="quarter" idx="27" hasCustomPrompt="1"/>
          </p:nvPr>
        </p:nvSpPr>
        <p:spPr>
          <a:xfrm>
            <a:off x="587829" y="1622510"/>
            <a:ext cx="10889796" cy="4155757"/>
          </a:xfrm>
          <a:prstGeom prst="rect">
            <a:avLst/>
          </a:prstGeom>
        </p:spPr>
        <p:txBody>
          <a:bodyPr rtlCol="0"/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Щелкните, чтобы изменить стиль образца текста</a:t>
            </a:r>
            <a:endParaRPr lang="ru-RU" altLang="en-US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1C82179-6F61-D1EC-D800-74B748B37F0E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 rtlCol="0"/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Заголовок презентации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8803A51-0211-9F66-D20B-444BC94AA39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 rtlCol="0"/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fld id="{47FEACEE-25B4-4A2D-B147-27296E36371D}" type="slidenum">
              <a:rPr lang="ru-RU" altLang="zh-CN" smtClean="0"/>
              <a:pPr/>
              <a:t>‹#›</a:t>
            </a:fld>
            <a:endParaRPr lang="ru-RU" altLang="zh-CN" dirty="0"/>
          </a:p>
        </p:txBody>
      </p:sp>
    </p:spTree>
    <p:extLst>
      <p:ext uri="{BB962C8B-B14F-4D97-AF65-F5344CB8AC3E}">
        <p14:creationId xmlns:p14="http://schemas.microsoft.com/office/powerpoint/2010/main" val="267682720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участника коман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Заголовок 4">
            <a:extLst>
              <a:ext uri="{FF2B5EF4-FFF2-40B4-BE49-F238E27FC236}">
                <a16:creationId xmlns:a16="http://schemas.microsoft.com/office/drawing/2014/main" id="{DCA6F28B-ACF1-D3CB-8968-4F64BEA02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60" name="Контент 47">
            <a:extLst>
              <a:ext uri="{FF2B5EF4-FFF2-40B4-BE49-F238E27FC236}">
                <a16:creationId xmlns:a16="http://schemas.microsoft.com/office/drawing/2014/main" id="{E2F72F6F-0172-47B0-8D9E-0EED383332E2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1114798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rtlCol="0" anchor="ctr">
            <a:noAutofit/>
          </a:bodyPr>
          <a:lstStyle>
            <a:lvl1pPr marL="0" indent="0" algn="l">
              <a:buFontTx/>
              <a:buNone/>
              <a:defRPr lang="ru-RU" sz="105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Щелкните значок, чтобы добавить фото</a:t>
            </a:r>
            <a:endParaRPr lang="ru-RU" altLang="zh-CN" dirty="0"/>
          </a:p>
        </p:txBody>
      </p:sp>
      <p:sp>
        <p:nvSpPr>
          <p:cNvPr id="52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2369DDD8-CFC2-4980-A0DB-411AA173B47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4003" y="4764289"/>
            <a:ext cx="2098039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lang="ru-RU"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53" name="Контент 47">
            <a:extLst>
              <a:ext uri="{FF2B5EF4-FFF2-40B4-BE49-F238E27FC236}">
                <a16:creationId xmlns:a16="http://schemas.microsoft.com/office/drawing/2014/main" id="{B66AC261-5929-40D2-A646-8F16675DE38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14003" y="5295180"/>
            <a:ext cx="2098038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lang="ru-RU" sz="1400" b="0">
                <a:solidFill>
                  <a:schemeClr val="accent6"/>
                </a:solidFill>
                <a:latin typeface="+mn-lt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61" name="Контент 47">
            <a:extLst>
              <a:ext uri="{FF2B5EF4-FFF2-40B4-BE49-F238E27FC236}">
                <a16:creationId xmlns:a16="http://schemas.microsoft.com/office/drawing/2014/main" id="{B33A9FB2-1610-4389-B352-D99255F77BEC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623536" y="1840730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rtlCol="0" anchor="ctr">
            <a:noAutofit/>
          </a:bodyPr>
          <a:lstStyle>
            <a:lvl1pPr marL="0" indent="0" algn="l">
              <a:buFontTx/>
              <a:buNone/>
              <a:defRPr lang="ru-RU" sz="105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Щелкните значок, чтобы добавить фото</a:t>
            </a:r>
            <a:endParaRPr lang="ru-RU" altLang="zh-CN" dirty="0"/>
          </a:p>
        </p:txBody>
      </p:sp>
      <p:sp>
        <p:nvSpPr>
          <p:cNvPr id="21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DEE851A8-3FB7-B319-A053-BE08A45763C5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3720440" y="4045832"/>
            <a:ext cx="2098039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lang="ru-RU"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22" name="Контент 47">
            <a:extLst>
              <a:ext uri="{FF2B5EF4-FFF2-40B4-BE49-F238E27FC236}">
                <a16:creationId xmlns:a16="http://schemas.microsoft.com/office/drawing/2014/main" id="{5743B59B-3EAA-B249-07CE-9C9C5B0B6AB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3720440" y="4576723"/>
            <a:ext cx="2098038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lang="ru-RU" sz="1400" b="0">
                <a:solidFill>
                  <a:schemeClr val="accent6"/>
                </a:solidFill>
                <a:latin typeface="+mn-lt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62" name="Контент 47">
            <a:extLst>
              <a:ext uri="{FF2B5EF4-FFF2-40B4-BE49-F238E27FC236}">
                <a16:creationId xmlns:a16="http://schemas.microsoft.com/office/drawing/2014/main" id="{0AC60B87-71AC-4AA8-9AE7-B3B427BACB12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6113401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rtlCol="0" anchor="ctr">
            <a:noAutofit/>
          </a:bodyPr>
          <a:lstStyle>
            <a:lvl1pPr marL="0" indent="0" algn="l">
              <a:buFontTx/>
              <a:buNone/>
              <a:defRPr lang="ru-RU" sz="105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Щелкните значок, чтобы добавить фото</a:t>
            </a:r>
            <a:endParaRPr lang="ru-RU" altLang="zh-CN" dirty="0"/>
          </a:p>
        </p:txBody>
      </p:sp>
      <p:sp>
        <p:nvSpPr>
          <p:cNvPr id="19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110FBA5D-2CEB-4D44-16CA-0F24099B140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218710" y="4764289"/>
            <a:ext cx="2098039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lang="ru-RU"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20" name="Контент 47">
            <a:extLst>
              <a:ext uri="{FF2B5EF4-FFF2-40B4-BE49-F238E27FC236}">
                <a16:creationId xmlns:a16="http://schemas.microsoft.com/office/drawing/2014/main" id="{2108E774-D145-FA07-58F1-7DB37A30A59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218710" y="5295180"/>
            <a:ext cx="2098038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lang="ru-RU" sz="1400" b="0">
                <a:solidFill>
                  <a:schemeClr val="accent6"/>
                </a:solidFill>
                <a:latin typeface="+mn-lt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63" name="Контент 47">
            <a:extLst>
              <a:ext uri="{FF2B5EF4-FFF2-40B4-BE49-F238E27FC236}">
                <a16:creationId xmlns:a16="http://schemas.microsoft.com/office/drawing/2014/main" id="{05B25D7D-82BA-4FF5-9C92-4AD18184751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8500328" y="1836331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rtlCol="0" anchor="ctr">
            <a:noAutofit/>
          </a:bodyPr>
          <a:lstStyle>
            <a:lvl1pPr marL="0" indent="0" algn="l">
              <a:buFontTx/>
              <a:buNone/>
              <a:defRPr lang="ru-RU" sz="105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Щелкните значок, чтобы добавить фото</a:t>
            </a:r>
            <a:endParaRPr lang="ru-RU" altLang="zh-CN" dirty="0"/>
          </a:p>
        </p:txBody>
      </p:sp>
      <p:sp>
        <p:nvSpPr>
          <p:cNvPr id="25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A9C2624B-E6E6-C673-E8FF-F4BF909C3AC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635340" y="4045832"/>
            <a:ext cx="2098039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lang="ru-RU"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26" name="Контент 47">
            <a:extLst>
              <a:ext uri="{FF2B5EF4-FFF2-40B4-BE49-F238E27FC236}">
                <a16:creationId xmlns:a16="http://schemas.microsoft.com/office/drawing/2014/main" id="{A003837A-CCD7-3699-D86F-CB884CA4C67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635340" y="4576723"/>
            <a:ext cx="2098038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lang="ru-RU" sz="1400" b="0">
                <a:solidFill>
                  <a:schemeClr val="accent6"/>
                </a:solidFill>
                <a:latin typeface="+mn-lt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89028585-56FF-7B3D-783D-D06964F7C099}"/>
              </a:ext>
            </a:extLst>
          </p:cNvPr>
          <p:cNvSpPr>
            <a:spLocks noGrp="1"/>
          </p:cNvSpPr>
          <p:nvPr>
            <p:ph type="ftr" sz="quarter" idx="58"/>
          </p:nvPr>
        </p:nvSpPr>
        <p:spPr/>
        <p:txBody>
          <a:bodyPr rtlCol="0">
            <a:noAutofit/>
          </a:bodyPr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Название презентации</a:t>
            </a:r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D090978-DDC9-0FA2-2CFD-733C8B854F3C}"/>
              </a:ext>
            </a:extLst>
          </p:cNvPr>
          <p:cNvSpPr>
            <a:spLocks noGrp="1"/>
          </p:cNvSpPr>
          <p:nvPr>
            <p:ph type="sldNum" sz="quarter" idx="59"/>
          </p:nvPr>
        </p:nvSpPr>
        <p:spPr/>
        <p:txBody>
          <a:bodyPr rtlCol="0">
            <a:noAutofit/>
          </a:bodyPr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fld id="{47FEACEE-25B4-4A2D-B147-27296E36371D}" type="slidenum">
              <a:rPr lang="ru-RU" altLang="zh-CN" smtClean="0"/>
              <a:pPr/>
              <a:t>‹#›</a:t>
            </a:fld>
            <a:endParaRPr lang="ru-RU" altLang="zh-CN" dirty="0"/>
          </a:p>
        </p:txBody>
      </p:sp>
    </p:spTree>
    <p:extLst>
      <p:ext uri="{BB962C8B-B14F-4D97-AF65-F5344CB8AC3E}">
        <p14:creationId xmlns:p14="http://schemas.microsoft.com/office/powerpoint/2010/main" val="22636838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участников коман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B92FA2A-46BA-2A19-C3CE-EC6985867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367293"/>
            <a:ext cx="3909993" cy="3629708"/>
          </a:xfrm>
        </p:spPr>
        <p:txBody>
          <a:bodyPr rtlCol="0" anchor="t">
            <a:noAutofit/>
          </a:bodyPr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 dirty="0"/>
              <a:t>Образец заголовка</a:t>
            </a:r>
          </a:p>
        </p:txBody>
      </p:sp>
      <p:sp>
        <p:nvSpPr>
          <p:cNvPr id="38" name="Контент 47">
            <a:extLst>
              <a:ext uri="{FF2B5EF4-FFF2-40B4-BE49-F238E27FC236}">
                <a16:creationId xmlns:a16="http://schemas.microsoft.com/office/drawing/2014/main" id="{BF9EDF7D-3BB1-43C0-92BB-091CCC520477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426979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rtlCol="0" anchor="ctr">
            <a:noAutofit/>
          </a:bodyPr>
          <a:lstStyle>
            <a:lvl1pPr marL="0" indent="0" algn="ctr">
              <a:buNone/>
              <a:defRPr lang="ru-RU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Щелкните значок, чтобы добавить фото</a:t>
            </a:r>
            <a:endParaRPr lang="ru-RU" altLang="en-US"/>
          </a:p>
        </p:txBody>
      </p:sp>
      <p:sp>
        <p:nvSpPr>
          <p:cNvPr id="39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15896C2C-7C25-4BC0-AF9B-DF590A2909A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20210" y="522515"/>
            <a:ext cx="2289842" cy="626551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ru-RU"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40" name="Контент 47">
            <a:extLst>
              <a:ext uri="{FF2B5EF4-FFF2-40B4-BE49-F238E27FC236}">
                <a16:creationId xmlns:a16="http://schemas.microsoft.com/office/drawing/2014/main" id="{CAC554EF-FF8F-4055-A716-E82F461413B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20211" y="1165881"/>
            <a:ext cx="2289842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lang="ru-RU" sz="1400" b="0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56" name="Контент 47">
            <a:extLst>
              <a:ext uri="{FF2B5EF4-FFF2-40B4-BE49-F238E27FC236}">
                <a16:creationId xmlns:a16="http://schemas.microsoft.com/office/drawing/2014/main" id="{4F0742C0-A9F2-4886-B17E-6915399483C3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>
          <a:xfrm>
            <a:off x="805991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rtlCol="0" anchor="ctr">
            <a:noAutofit/>
          </a:bodyPr>
          <a:lstStyle>
            <a:lvl1pPr marL="0" indent="0" algn="ctr">
              <a:buNone/>
              <a:defRPr lang="ru-RU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Щелкните значок, чтобы добавить фото</a:t>
            </a:r>
            <a:endParaRPr lang="ru-RU" altLang="en-US"/>
          </a:p>
        </p:txBody>
      </p:sp>
      <p:sp>
        <p:nvSpPr>
          <p:cNvPr id="41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CE3DC674-39AB-43B9-AC30-97A68D221596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309889" y="642667"/>
            <a:ext cx="2098039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ru-RU"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42" name="Контент 47">
            <a:extLst>
              <a:ext uri="{FF2B5EF4-FFF2-40B4-BE49-F238E27FC236}">
                <a16:creationId xmlns:a16="http://schemas.microsoft.com/office/drawing/2014/main" id="{F12189CA-0E22-41A5-91FD-03761860993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309891" y="1165881"/>
            <a:ext cx="2098038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buNone/>
              <a:defRPr lang="ru-RU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48" name="Контент 47">
            <a:extLst>
              <a:ext uri="{FF2B5EF4-FFF2-40B4-BE49-F238E27FC236}">
                <a16:creationId xmlns:a16="http://schemas.microsoft.com/office/drawing/2014/main" id="{A962C62E-F92F-445A-9243-8B433747A548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426979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rtlCol="0" anchor="ctr">
            <a:noAutofit/>
          </a:bodyPr>
          <a:lstStyle>
            <a:lvl1pPr marL="0" indent="0" algn="ctr">
              <a:buNone/>
              <a:defRPr lang="ru-RU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Щелкните значок, чтобы добавить фото</a:t>
            </a:r>
            <a:endParaRPr lang="ru-RU" altLang="en-US"/>
          </a:p>
        </p:txBody>
      </p:sp>
      <p:sp>
        <p:nvSpPr>
          <p:cNvPr id="43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DE6F9463-BB2D-43FC-BE8F-21D3F9A2539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520210" y="2105171"/>
            <a:ext cx="2193021" cy="617418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ru-RU"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44" name="Контент 47">
            <a:extLst>
              <a:ext uri="{FF2B5EF4-FFF2-40B4-BE49-F238E27FC236}">
                <a16:creationId xmlns:a16="http://schemas.microsoft.com/office/drawing/2014/main" id="{7DF27694-08A2-4530-B763-5A9B9D4DC6E0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5520212" y="2739721"/>
            <a:ext cx="2193021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61" name="Контент 47">
            <a:extLst>
              <a:ext uri="{FF2B5EF4-FFF2-40B4-BE49-F238E27FC236}">
                <a16:creationId xmlns:a16="http://schemas.microsoft.com/office/drawing/2014/main" id="{2EA753B3-D0BB-4484-85D1-E28345D99F4C}"/>
              </a:ext>
            </a:extLst>
          </p:cNvPr>
          <p:cNvSpPr>
            <a:spLocks noGrp="1"/>
          </p:cNvSpPr>
          <p:nvPr>
            <p:ph type="pic" sz="quarter" idx="73"/>
          </p:nvPr>
        </p:nvSpPr>
        <p:spPr>
          <a:xfrm>
            <a:off x="805991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rtlCol="0" anchor="ctr">
            <a:noAutofit/>
          </a:bodyPr>
          <a:lstStyle>
            <a:lvl1pPr marL="0" indent="0" algn="ctr">
              <a:buNone/>
              <a:defRPr lang="ru-RU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Щелкните значок, чтобы добавить фото</a:t>
            </a:r>
            <a:endParaRPr lang="ru-RU" altLang="en-US" dirty="0"/>
          </a:p>
        </p:txBody>
      </p:sp>
      <p:sp>
        <p:nvSpPr>
          <p:cNvPr id="45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20398AA4-3D68-487D-BE7C-9F1D45E3F5F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309890" y="2032203"/>
            <a:ext cx="2098039" cy="701144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ru-RU"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46" name="Контент 47">
            <a:extLst>
              <a:ext uri="{FF2B5EF4-FFF2-40B4-BE49-F238E27FC236}">
                <a16:creationId xmlns:a16="http://schemas.microsoft.com/office/drawing/2014/main" id="{6B623D7A-5E96-42AB-9B1F-14E445503187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9309890" y="2746407"/>
            <a:ext cx="2098038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buNone/>
              <a:defRPr lang="ru-RU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49" name="Контент 47">
            <a:extLst>
              <a:ext uri="{FF2B5EF4-FFF2-40B4-BE49-F238E27FC236}">
                <a16:creationId xmlns:a16="http://schemas.microsoft.com/office/drawing/2014/main" id="{EAA5B0EA-1F3B-4D8B-9BB9-F9037A393705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426979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rtlCol="0" anchor="ctr">
            <a:noAutofit/>
          </a:bodyPr>
          <a:lstStyle>
            <a:lvl1pPr marL="0" indent="0" algn="ctr">
              <a:buNone/>
              <a:defRPr lang="ru-RU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Щелкните значок, чтобы добавить фото</a:t>
            </a:r>
            <a:endParaRPr lang="ru-RU" altLang="en-US"/>
          </a:p>
        </p:txBody>
      </p:sp>
      <p:sp>
        <p:nvSpPr>
          <p:cNvPr id="47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2C93687D-1E42-4B01-9F16-9FA098CE1153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5520210" y="3775516"/>
            <a:ext cx="2098039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ru-RU"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50" name="Контент 47">
            <a:extLst>
              <a:ext uri="{FF2B5EF4-FFF2-40B4-BE49-F238E27FC236}">
                <a16:creationId xmlns:a16="http://schemas.microsoft.com/office/drawing/2014/main" id="{7AB91474-458B-45F7-9773-FA375C2CF7FD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5520211" y="4312077"/>
            <a:ext cx="2098038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buNone/>
              <a:defRPr lang="ru-RU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62" name="Контент 47">
            <a:extLst>
              <a:ext uri="{FF2B5EF4-FFF2-40B4-BE49-F238E27FC236}">
                <a16:creationId xmlns:a16="http://schemas.microsoft.com/office/drawing/2014/main" id="{52E587E7-A09A-4FB2-8774-8073E737F106}"/>
              </a:ext>
            </a:extLst>
          </p:cNvPr>
          <p:cNvSpPr>
            <a:spLocks noGrp="1"/>
          </p:cNvSpPr>
          <p:nvPr>
            <p:ph type="pic" sz="quarter" idx="74"/>
          </p:nvPr>
        </p:nvSpPr>
        <p:spPr>
          <a:xfrm>
            <a:off x="805991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rtlCol="0" anchor="ctr">
            <a:noAutofit/>
          </a:bodyPr>
          <a:lstStyle>
            <a:lvl1pPr marL="0" indent="0" algn="ctr">
              <a:buNone/>
              <a:defRPr lang="ru-RU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Щелкните значок, чтобы добавить фото</a:t>
            </a:r>
            <a:endParaRPr lang="ru-RU" altLang="en-US"/>
          </a:p>
        </p:txBody>
      </p:sp>
      <p:sp>
        <p:nvSpPr>
          <p:cNvPr id="51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FBF01DC7-D684-4484-B2AA-B50F7B1A00DA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9309889" y="3775516"/>
            <a:ext cx="2098039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ru-RU"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52" name="Контент 47">
            <a:extLst>
              <a:ext uri="{FF2B5EF4-FFF2-40B4-BE49-F238E27FC236}">
                <a16:creationId xmlns:a16="http://schemas.microsoft.com/office/drawing/2014/main" id="{6046C90F-8A25-4E70-9BC9-4496C6B94EBC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309891" y="4312077"/>
            <a:ext cx="2098038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buNone/>
              <a:defRPr lang="ru-RU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55" name="Контент 47">
            <a:extLst>
              <a:ext uri="{FF2B5EF4-FFF2-40B4-BE49-F238E27FC236}">
                <a16:creationId xmlns:a16="http://schemas.microsoft.com/office/drawing/2014/main" id="{D05B9A22-6B21-40BB-BBC1-9586C432A97B}"/>
              </a:ext>
            </a:extLst>
          </p:cNvPr>
          <p:cNvSpPr>
            <a:spLocks noGrp="1"/>
          </p:cNvSpPr>
          <p:nvPr>
            <p:ph type="pic" sz="quarter" idx="71"/>
          </p:nvPr>
        </p:nvSpPr>
        <p:spPr>
          <a:xfrm>
            <a:off x="426979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rtlCol="0" anchor="ctr">
            <a:noAutofit/>
          </a:bodyPr>
          <a:lstStyle>
            <a:lvl1pPr marL="0" indent="0" algn="ctr">
              <a:buNone/>
              <a:defRPr lang="ru-RU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Щелкните значок, чтобы добавить фото</a:t>
            </a:r>
            <a:endParaRPr lang="ru-RU" altLang="en-US"/>
          </a:p>
        </p:txBody>
      </p:sp>
      <p:sp>
        <p:nvSpPr>
          <p:cNvPr id="53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F5E2B418-8D0E-4995-A3ED-4348C6F4A1AF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520210" y="5369449"/>
            <a:ext cx="2098039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ru-RU"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58" name="Контент 47">
            <a:extLst>
              <a:ext uri="{FF2B5EF4-FFF2-40B4-BE49-F238E27FC236}">
                <a16:creationId xmlns:a16="http://schemas.microsoft.com/office/drawing/2014/main" id="{90A2A6E4-4D11-4F28-9D68-BC28580EBC05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5520211" y="5901594"/>
            <a:ext cx="2098038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buNone/>
              <a:defRPr lang="ru-RU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63" name="Контент 47">
            <a:extLst>
              <a:ext uri="{FF2B5EF4-FFF2-40B4-BE49-F238E27FC236}">
                <a16:creationId xmlns:a16="http://schemas.microsoft.com/office/drawing/2014/main" id="{A74DEBE4-2F74-4EB7-9501-8D37A3151B2A}"/>
              </a:ext>
            </a:extLst>
          </p:cNvPr>
          <p:cNvSpPr>
            <a:spLocks noGrp="1"/>
          </p:cNvSpPr>
          <p:nvPr>
            <p:ph type="pic" sz="quarter" idx="75"/>
          </p:nvPr>
        </p:nvSpPr>
        <p:spPr>
          <a:xfrm>
            <a:off x="805991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rtlCol="0" anchor="ctr">
            <a:noAutofit/>
          </a:bodyPr>
          <a:lstStyle>
            <a:lvl1pPr marL="0" indent="0" algn="ctr">
              <a:buNone/>
              <a:defRPr lang="ru-RU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Щелкните значок, чтобы добавить фото</a:t>
            </a:r>
            <a:endParaRPr lang="ru-RU" altLang="en-US"/>
          </a:p>
        </p:txBody>
      </p:sp>
      <p:sp>
        <p:nvSpPr>
          <p:cNvPr id="59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070D69EE-1032-4604-B201-FD13AE846E9E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9313612" y="5369449"/>
            <a:ext cx="2098039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ru-RU"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60" name="Контент 47">
            <a:extLst>
              <a:ext uri="{FF2B5EF4-FFF2-40B4-BE49-F238E27FC236}">
                <a16:creationId xmlns:a16="http://schemas.microsoft.com/office/drawing/2014/main" id="{B65187B8-CD7A-46B0-A851-E2456586E758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9309891" y="5901594"/>
            <a:ext cx="2098038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buNone/>
              <a:defRPr lang="ru-RU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2964988-2386-5A15-B085-00BD5D58E53C}"/>
              </a:ext>
            </a:extLst>
          </p:cNvPr>
          <p:cNvSpPr>
            <a:spLocks noGrp="1"/>
          </p:cNvSpPr>
          <p:nvPr>
            <p:ph type="ftr" sz="quarter" idx="76"/>
          </p:nvPr>
        </p:nvSpPr>
        <p:spPr/>
        <p:txBody>
          <a:bodyPr rtlCol="0">
            <a:noAutofit/>
          </a:bodyPr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Заголовок презентации</a:t>
            </a:r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62CC095-C330-BF75-42CE-50A46EAD82C5}"/>
              </a:ext>
            </a:extLst>
          </p:cNvPr>
          <p:cNvSpPr>
            <a:spLocks noGrp="1"/>
          </p:cNvSpPr>
          <p:nvPr>
            <p:ph type="sldNum" sz="quarter" idx="77"/>
          </p:nvPr>
        </p:nvSpPr>
        <p:spPr/>
        <p:txBody>
          <a:bodyPr rtlCol="0">
            <a:noAutofit/>
          </a:bodyPr>
          <a:lstStyle>
            <a:lvl1pPr>
              <a:defRPr lang="ru-RU" b="0">
                <a:solidFill>
                  <a:schemeClr val="accent6"/>
                </a:solidFill>
              </a:defRPr>
            </a:lvl1pPr>
          </a:lstStyle>
          <a:p>
            <a:pPr rtl="0"/>
            <a:fld id="{47FEACEE-25B4-4A2D-B147-27296E36371D}" type="slidenum">
              <a:rPr lang="ru-RU" altLang="zh-CN" smtClean="0"/>
              <a:pPr/>
              <a:t>‹#›</a:t>
            </a:fld>
            <a:endParaRPr lang="ru-RU" altLang="zh-CN" dirty="0"/>
          </a:p>
        </p:txBody>
      </p:sp>
    </p:spTree>
    <p:extLst>
      <p:ext uri="{BB962C8B-B14F-4D97-AF65-F5344CB8AC3E}">
        <p14:creationId xmlns:p14="http://schemas.microsoft.com/office/powerpoint/2010/main" val="374311743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столбцов со знач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олилиния: Фигура 6">
            <a:extLst>
              <a:ext uri="{FF2B5EF4-FFF2-40B4-BE49-F238E27FC236}">
                <a16:creationId xmlns:a16="http://schemas.microsoft.com/office/drawing/2014/main" id="{A533F602-EEC9-45F6-8223-8C8F4914919D}"/>
              </a:ext>
            </a:extLst>
          </p:cNvPr>
          <p:cNvSpPr/>
          <p:nvPr userDrawn="1"/>
        </p:nvSpPr>
        <p:spPr>
          <a:xfrm>
            <a:off x="2121636" y="2070606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5" name="Полилиния: Фигура 7">
            <a:extLst>
              <a:ext uri="{FF2B5EF4-FFF2-40B4-BE49-F238E27FC236}">
                <a16:creationId xmlns:a16="http://schemas.microsoft.com/office/drawing/2014/main" id="{08F73F8C-5CF8-4470-AE2B-8E6D7952FF3E}"/>
              </a:ext>
            </a:extLst>
          </p:cNvPr>
          <p:cNvSpPr/>
          <p:nvPr userDrawn="1"/>
        </p:nvSpPr>
        <p:spPr>
          <a:xfrm>
            <a:off x="4174867" y="207344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6" name="Полилиния: Фигура 8">
            <a:extLst>
              <a:ext uri="{FF2B5EF4-FFF2-40B4-BE49-F238E27FC236}">
                <a16:creationId xmlns:a16="http://schemas.microsoft.com/office/drawing/2014/main" id="{1299AD72-44AB-4D37-ABBB-9E295508DDB5}"/>
              </a:ext>
            </a:extLst>
          </p:cNvPr>
          <p:cNvSpPr/>
          <p:nvPr userDrawn="1"/>
        </p:nvSpPr>
        <p:spPr>
          <a:xfrm>
            <a:off x="6308379" y="206452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7" name="Полилиния: Фигура 9">
            <a:extLst>
              <a:ext uri="{FF2B5EF4-FFF2-40B4-BE49-F238E27FC236}">
                <a16:creationId xmlns:a16="http://schemas.microsoft.com/office/drawing/2014/main" id="{834981F1-A16D-4CA2-8001-0D2A65539268}"/>
              </a:ext>
            </a:extLst>
          </p:cNvPr>
          <p:cNvSpPr/>
          <p:nvPr userDrawn="1"/>
        </p:nvSpPr>
        <p:spPr>
          <a:xfrm>
            <a:off x="8407152" y="206898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31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7AA46292-B7E4-4DB5-85D0-C4F19D66F86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1770" y="4416565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lang="ru-RU" sz="1800" b="1">
                <a:solidFill>
                  <a:schemeClr val="accent6"/>
                </a:solidFill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32" name="Контент 47">
            <a:extLst>
              <a:ext uri="{FF2B5EF4-FFF2-40B4-BE49-F238E27FC236}">
                <a16:creationId xmlns:a16="http://schemas.microsoft.com/office/drawing/2014/main" id="{382E7D57-1A1A-432F-AEA9-9730DEE157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2627" y="5007731"/>
            <a:ext cx="1691687" cy="811178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ru-RU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33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E51F0384-440E-45B9-91E7-78CA13DE0B9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888314" y="4416565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lang="ru-RU" sz="1800" b="1">
                <a:solidFill>
                  <a:schemeClr val="accent6"/>
                </a:solidFill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34" name="Контент 47">
            <a:extLst>
              <a:ext uri="{FF2B5EF4-FFF2-40B4-BE49-F238E27FC236}">
                <a16:creationId xmlns:a16="http://schemas.microsoft.com/office/drawing/2014/main" id="{35EAE525-3692-40E8-894E-B19171FF64F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979171" y="5007731"/>
            <a:ext cx="1691687" cy="811178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ru-RU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35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847DC539-F391-4470-96EB-486AB02DADB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073898" y="4416565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lang="ru-RU" sz="1800" b="1">
                <a:solidFill>
                  <a:schemeClr val="accent6"/>
                </a:solidFill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36" name="Контент 47">
            <a:extLst>
              <a:ext uri="{FF2B5EF4-FFF2-40B4-BE49-F238E27FC236}">
                <a16:creationId xmlns:a16="http://schemas.microsoft.com/office/drawing/2014/main" id="{50988645-D146-4AFE-B87D-27927957717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164755" y="5007731"/>
            <a:ext cx="1691687" cy="811178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ru-RU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37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6712E8AC-14E0-42CC-8037-7C1D0E044B6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259482" y="4416565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lang="ru-RU" sz="1800" b="1">
                <a:solidFill>
                  <a:schemeClr val="accent6"/>
                </a:solidFill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38" name="Контент 47">
            <a:extLst>
              <a:ext uri="{FF2B5EF4-FFF2-40B4-BE49-F238E27FC236}">
                <a16:creationId xmlns:a16="http://schemas.microsoft.com/office/drawing/2014/main" id="{C68DF822-6F14-4839-BD33-6874C8136EE0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350339" y="5007731"/>
            <a:ext cx="1691687" cy="811178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ru-RU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39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2D1F75C7-DA21-4400-B066-F38190B4F52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445066" y="4416565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lang="ru-RU" sz="1800" b="1">
                <a:solidFill>
                  <a:schemeClr val="accent6"/>
                </a:solidFill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40" name="Контент 47">
            <a:extLst>
              <a:ext uri="{FF2B5EF4-FFF2-40B4-BE49-F238E27FC236}">
                <a16:creationId xmlns:a16="http://schemas.microsoft.com/office/drawing/2014/main" id="{F7CF6BF0-A40D-4F18-B9DF-D9C4106065D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535923" y="5007731"/>
            <a:ext cx="1691687" cy="811178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ru-RU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41" name="Контент 47">
            <a:extLst>
              <a:ext uri="{FF2B5EF4-FFF2-40B4-BE49-F238E27FC236}">
                <a16:creationId xmlns:a16="http://schemas.microsoft.com/office/drawing/2014/main" id="{95C6B2A2-937E-4C7D-92E3-8A105DD43A98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83282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rtlCol="0" anchor="ctr">
            <a:noAutofit/>
          </a:bodyPr>
          <a:lstStyle>
            <a:lvl1pPr marL="0" indent="0" algn="ctr">
              <a:buNone/>
              <a:defRPr lang="ru-RU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Щелкните значок, чтобы добавить фото</a:t>
            </a:r>
            <a:endParaRPr lang="ru-RU" altLang="en-US"/>
          </a:p>
        </p:txBody>
      </p:sp>
      <p:sp>
        <p:nvSpPr>
          <p:cNvPr id="42" name="Контент 47">
            <a:extLst>
              <a:ext uri="{FF2B5EF4-FFF2-40B4-BE49-F238E27FC236}">
                <a16:creationId xmlns:a16="http://schemas.microsoft.com/office/drawing/2014/main" id="{A9ECEF10-95EB-4F03-B3B1-8FC0E421618E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310934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rtlCol="0" anchor="ctr">
            <a:noAutofit/>
          </a:bodyPr>
          <a:lstStyle>
            <a:lvl1pPr marL="0" indent="0" algn="ctr">
              <a:buNone/>
              <a:defRPr lang="ru-RU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Щелкните значок, чтобы добавить фото</a:t>
            </a:r>
            <a:endParaRPr lang="ru-RU" altLang="en-US"/>
          </a:p>
        </p:txBody>
      </p:sp>
      <p:sp>
        <p:nvSpPr>
          <p:cNvPr id="43" name="Контент 47">
            <a:extLst>
              <a:ext uri="{FF2B5EF4-FFF2-40B4-BE49-F238E27FC236}">
                <a16:creationId xmlns:a16="http://schemas.microsoft.com/office/drawing/2014/main" id="{12D92FE1-9874-49B8-8FDC-F903A4843015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5235410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rtlCol="0" anchor="ctr">
            <a:noAutofit/>
          </a:bodyPr>
          <a:lstStyle>
            <a:lvl1pPr marL="0" indent="0" algn="ctr">
              <a:buNone/>
              <a:defRPr lang="ru-RU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Щелкните значок, чтобы добавить фото</a:t>
            </a:r>
            <a:endParaRPr lang="ru-RU" altLang="en-US"/>
          </a:p>
        </p:txBody>
      </p:sp>
      <p:sp>
        <p:nvSpPr>
          <p:cNvPr id="44" name="Контент 47">
            <a:extLst>
              <a:ext uri="{FF2B5EF4-FFF2-40B4-BE49-F238E27FC236}">
                <a16:creationId xmlns:a16="http://schemas.microsoft.com/office/drawing/2014/main" id="{12070F52-AB91-476E-9FE0-5403568A11DD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361474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rtlCol="0" anchor="ctr">
            <a:noAutofit/>
          </a:bodyPr>
          <a:lstStyle>
            <a:lvl1pPr marL="0" indent="0" algn="ctr">
              <a:buNone/>
              <a:defRPr lang="ru-RU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Щелкните значок, чтобы добавить фото</a:t>
            </a:r>
            <a:endParaRPr lang="ru-RU" altLang="en-US"/>
          </a:p>
        </p:txBody>
      </p:sp>
      <p:sp>
        <p:nvSpPr>
          <p:cNvPr id="45" name="Контент 47">
            <a:extLst>
              <a:ext uri="{FF2B5EF4-FFF2-40B4-BE49-F238E27FC236}">
                <a16:creationId xmlns:a16="http://schemas.microsoft.com/office/drawing/2014/main" id="{13AE459B-26D7-43FC-BE0B-EF7B119D7D40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948753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rtlCol="0" anchor="ctr">
            <a:noAutofit/>
          </a:bodyPr>
          <a:lstStyle>
            <a:lvl1pPr marL="0" indent="0" algn="ctr">
              <a:buNone/>
              <a:defRPr lang="ru-RU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Щелкните значок, чтобы добавить фото</a:t>
            </a:r>
            <a:endParaRPr lang="ru-RU" altLang="en-US"/>
          </a:p>
        </p:txBody>
      </p:sp>
      <p:sp>
        <p:nvSpPr>
          <p:cNvPr id="25" name="Заголовок 4">
            <a:extLst>
              <a:ext uri="{FF2B5EF4-FFF2-40B4-BE49-F238E27FC236}">
                <a16:creationId xmlns:a16="http://schemas.microsoft.com/office/drawing/2014/main" id="{C8ECEE37-7B17-4FD7-2612-FBD357E10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F7F2CD23-FF0B-8184-9F40-957043412F1C}"/>
              </a:ext>
            </a:extLst>
          </p:cNvPr>
          <p:cNvSpPr>
            <a:spLocks noGrp="1"/>
          </p:cNvSpPr>
          <p:nvPr>
            <p:ph type="ftr" sz="quarter" idx="62"/>
          </p:nvPr>
        </p:nvSpPr>
        <p:spPr/>
        <p:txBody>
          <a:bodyPr rtlCol="0">
            <a:noAutofit/>
          </a:bodyPr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Название презентации</a:t>
            </a:r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876D293-58F2-B8E9-6576-2676F210D7CF}"/>
              </a:ext>
            </a:extLst>
          </p:cNvPr>
          <p:cNvSpPr>
            <a:spLocks noGrp="1"/>
          </p:cNvSpPr>
          <p:nvPr>
            <p:ph type="sldNum" sz="quarter" idx="63"/>
          </p:nvPr>
        </p:nvSpPr>
        <p:spPr/>
        <p:txBody>
          <a:bodyPr rtlCol="0">
            <a:noAutofit/>
          </a:bodyPr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fld id="{47FEACEE-25B4-4A2D-B147-27296E36371D}" type="slidenum">
              <a:rPr lang="ru-RU" altLang="zh-CN" smtClean="0"/>
              <a:pPr/>
              <a:t>‹#›</a:t>
            </a:fld>
            <a:endParaRPr lang="ru-RU" altLang="zh-CN" dirty="0"/>
          </a:p>
        </p:txBody>
      </p:sp>
    </p:spTree>
    <p:extLst>
      <p:ext uri="{BB962C8B-B14F-4D97-AF65-F5344CB8AC3E}">
        <p14:creationId xmlns:p14="http://schemas.microsoft.com/office/powerpoint/2010/main" val="69331733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ременная шка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Полилиния: Форма 25">
            <a:extLst>
              <a:ext uri="{FF2B5EF4-FFF2-40B4-BE49-F238E27FC236}">
                <a16:creationId xmlns:a16="http://schemas.microsoft.com/office/drawing/2014/main" id="{D61EE2E4-C5DD-4944-B70C-8F0A3F741A59}"/>
              </a:ext>
            </a:extLst>
          </p:cNvPr>
          <p:cNvSpPr/>
          <p:nvPr userDrawn="1"/>
        </p:nvSpPr>
        <p:spPr>
          <a:xfrm>
            <a:off x="1295508" y="3039919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67" name="Полилиния: Фигура 26">
            <a:extLst>
              <a:ext uri="{FF2B5EF4-FFF2-40B4-BE49-F238E27FC236}">
                <a16:creationId xmlns:a16="http://schemas.microsoft.com/office/drawing/2014/main" id="{91FA36A8-94E8-4069-B957-F7145D77BD5F}"/>
              </a:ext>
            </a:extLst>
          </p:cNvPr>
          <p:cNvSpPr/>
          <p:nvPr userDrawn="1"/>
        </p:nvSpPr>
        <p:spPr>
          <a:xfrm>
            <a:off x="3670763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68" name="Полилиния: Фигура 27">
            <a:extLst>
              <a:ext uri="{FF2B5EF4-FFF2-40B4-BE49-F238E27FC236}">
                <a16:creationId xmlns:a16="http://schemas.microsoft.com/office/drawing/2014/main" id="{7D38D67C-B6B8-4EB2-BC07-4A8128F44D16}"/>
              </a:ext>
            </a:extLst>
          </p:cNvPr>
          <p:cNvSpPr/>
          <p:nvPr userDrawn="1"/>
        </p:nvSpPr>
        <p:spPr>
          <a:xfrm>
            <a:off x="4865676" y="3722308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69" name="Полилиния: Фигура 28">
            <a:extLst>
              <a:ext uri="{FF2B5EF4-FFF2-40B4-BE49-F238E27FC236}">
                <a16:creationId xmlns:a16="http://schemas.microsoft.com/office/drawing/2014/main" id="{6B2E4C8C-D96E-4A66-A3D2-3580DACCF801}"/>
              </a:ext>
            </a:extLst>
          </p:cNvPr>
          <p:cNvSpPr/>
          <p:nvPr userDrawn="1"/>
        </p:nvSpPr>
        <p:spPr>
          <a:xfrm>
            <a:off x="7245668" y="3725411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70" name="Полилиния: Фигура 29">
            <a:extLst>
              <a:ext uri="{FF2B5EF4-FFF2-40B4-BE49-F238E27FC236}">
                <a16:creationId xmlns:a16="http://schemas.microsoft.com/office/drawing/2014/main" id="{74E0B8B0-45C7-4733-BBDC-B82F9307E431}"/>
              </a:ext>
            </a:extLst>
          </p:cNvPr>
          <p:cNvSpPr/>
          <p:nvPr userDrawn="1"/>
        </p:nvSpPr>
        <p:spPr>
          <a:xfrm>
            <a:off x="8440729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71" name="Полилиния: Фигура 30">
            <a:extLst>
              <a:ext uri="{FF2B5EF4-FFF2-40B4-BE49-F238E27FC236}">
                <a16:creationId xmlns:a16="http://schemas.microsoft.com/office/drawing/2014/main" id="{F0BBECC2-631C-4C53-A9E8-6C87D48A3B01}"/>
              </a:ext>
            </a:extLst>
          </p:cNvPr>
          <p:cNvSpPr/>
          <p:nvPr userDrawn="1"/>
        </p:nvSpPr>
        <p:spPr>
          <a:xfrm>
            <a:off x="1274779" y="1667026"/>
            <a:ext cx="7152768" cy="2736950"/>
          </a:xfrm>
          <a:custGeom>
            <a:avLst/>
            <a:gdLst>
              <a:gd name="connsiteX0" fmla="*/ 0 w 5958191"/>
              <a:gd name="connsiteY0" fmla="*/ 2052536 h 2733472"/>
              <a:gd name="connsiteX1" fmla="*/ 1186774 w 5958191"/>
              <a:gd name="connsiteY1" fmla="*/ 1361872 h 2733472"/>
              <a:gd name="connsiteX2" fmla="*/ 2368685 w 5958191"/>
              <a:gd name="connsiteY2" fmla="*/ 2057400 h 2733472"/>
              <a:gd name="connsiteX3" fmla="*/ 2378413 w 5958191"/>
              <a:gd name="connsiteY3" fmla="*/ 690664 h 2733472"/>
              <a:gd name="connsiteX4" fmla="*/ 3570051 w 5958191"/>
              <a:gd name="connsiteY4" fmla="*/ 0 h 2733472"/>
              <a:gd name="connsiteX5" fmla="*/ 4761689 w 5958191"/>
              <a:gd name="connsiteY5" fmla="*/ 680936 h 2733472"/>
              <a:gd name="connsiteX6" fmla="*/ 4756825 w 5958191"/>
              <a:gd name="connsiteY6" fmla="*/ 2052536 h 2733472"/>
              <a:gd name="connsiteX7" fmla="*/ 5958191 w 5958191"/>
              <a:gd name="connsiteY7" fmla="*/ 2733472 h 2733472"/>
              <a:gd name="connsiteX8" fmla="*/ 5958191 w 5958191"/>
              <a:gd name="connsiteY8" fmla="*/ 2733472 h 2733472"/>
              <a:gd name="connsiteX0" fmla="*/ 0 w 7159557"/>
              <a:gd name="connsiteY0" fmla="*/ 2052536 h 2733472"/>
              <a:gd name="connsiteX1" fmla="*/ 1186774 w 7159557"/>
              <a:gd name="connsiteY1" fmla="*/ 1361872 h 2733472"/>
              <a:gd name="connsiteX2" fmla="*/ 2368685 w 7159557"/>
              <a:gd name="connsiteY2" fmla="*/ 2057400 h 2733472"/>
              <a:gd name="connsiteX3" fmla="*/ 2378413 w 7159557"/>
              <a:gd name="connsiteY3" fmla="*/ 690664 h 2733472"/>
              <a:gd name="connsiteX4" fmla="*/ 3570051 w 7159557"/>
              <a:gd name="connsiteY4" fmla="*/ 0 h 2733472"/>
              <a:gd name="connsiteX5" fmla="*/ 4761689 w 7159557"/>
              <a:gd name="connsiteY5" fmla="*/ 680936 h 2733472"/>
              <a:gd name="connsiteX6" fmla="*/ 4756825 w 7159557"/>
              <a:gd name="connsiteY6" fmla="*/ 2052536 h 2733472"/>
              <a:gd name="connsiteX7" fmla="*/ 5958191 w 7159557"/>
              <a:gd name="connsiteY7" fmla="*/ 2733472 h 2733472"/>
              <a:gd name="connsiteX8" fmla="*/ 7159557 w 7159557"/>
              <a:gd name="connsiteY8" fmla="*/ 2067128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62264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7400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2536 h 2733472"/>
              <a:gd name="connsiteX0" fmla="*/ 0 w 7159556"/>
              <a:gd name="connsiteY0" fmla="*/ 2052536 h 2733472"/>
              <a:gd name="connsiteX1" fmla="*/ 1186774 w 7159556"/>
              <a:gd name="connsiteY1" fmla="*/ 1361872 h 2733472"/>
              <a:gd name="connsiteX2" fmla="*/ 2368685 w 7159556"/>
              <a:gd name="connsiteY2" fmla="*/ 2057400 h 2733472"/>
              <a:gd name="connsiteX3" fmla="*/ 2378413 w 7159556"/>
              <a:gd name="connsiteY3" fmla="*/ 690664 h 2733472"/>
              <a:gd name="connsiteX4" fmla="*/ 3570051 w 7159556"/>
              <a:gd name="connsiteY4" fmla="*/ 0 h 2733472"/>
              <a:gd name="connsiteX5" fmla="*/ 4761689 w 7159556"/>
              <a:gd name="connsiteY5" fmla="*/ 680936 h 2733472"/>
              <a:gd name="connsiteX6" fmla="*/ 4756825 w 7159556"/>
              <a:gd name="connsiteY6" fmla="*/ 2052536 h 2733472"/>
              <a:gd name="connsiteX7" fmla="*/ 5958191 w 7159556"/>
              <a:gd name="connsiteY7" fmla="*/ 2733472 h 2733472"/>
              <a:gd name="connsiteX8" fmla="*/ 7159556 w 7159556"/>
              <a:gd name="connsiteY8" fmla="*/ 2052536 h 2733472"/>
              <a:gd name="connsiteX0" fmla="*/ 0 w 7145649"/>
              <a:gd name="connsiteY0" fmla="*/ 2049060 h 2733472"/>
              <a:gd name="connsiteX1" fmla="*/ 1172867 w 7145649"/>
              <a:gd name="connsiteY1" fmla="*/ 1361872 h 2733472"/>
              <a:gd name="connsiteX2" fmla="*/ 2354778 w 7145649"/>
              <a:gd name="connsiteY2" fmla="*/ 2057400 h 2733472"/>
              <a:gd name="connsiteX3" fmla="*/ 2364506 w 7145649"/>
              <a:gd name="connsiteY3" fmla="*/ 690664 h 2733472"/>
              <a:gd name="connsiteX4" fmla="*/ 3556144 w 7145649"/>
              <a:gd name="connsiteY4" fmla="*/ 0 h 2733472"/>
              <a:gd name="connsiteX5" fmla="*/ 4747782 w 7145649"/>
              <a:gd name="connsiteY5" fmla="*/ 680936 h 2733472"/>
              <a:gd name="connsiteX6" fmla="*/ 4742918 w 7145649"/>
              <a:gd name="connsiteY6" fmla="*/ 2052536 h 2733472"/>
              <a:gd name="connsiteX7" fmla="*/ 5944284 w 7145649"/>
              <a:gd name="connsiteY7" fmla="*/ 2733472 h 2733472"/>
              <a:gd name="connsiteX8" fmla="*/ 7145649 w 714564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61872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1731 w 7156079"/>
              <a:gd name="connsiteY2" fmla="*/ 2029586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82592 w 7156079"/>
              <a:gd name="connsiteY2" fmla="*/ 2033063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4936 w 7156079"/>
              <a:gd name="connsiteY3" fmla="*/ 71847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1460 w 7156079"/>
              <a:gd name="connsiteY3" fmla="*/ 70804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1460 w 7156079"/>
              <a:gd name="connsiteY3" fmla="*/ 680234 h 2733472"/>
              <a:gd name="connsiteX4" fmla="*/ 3573527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7 h 2761287"/>
              <a:gd name="connsiteX1" fmla="*/ 1183297 w 7156079"/>
              <a:gd name="connsiteY1" fmla="*/ 1372303 h 2761287"/>
              <a:gd name="connsiteX2" fmla="*/ 2372162 w 7156079"/>
              <a:gd name="connsiteY2" fmla="*/ 2053925 h 2761287"/>
              <a:gd name="connsiteX3" fmla="*/ 2371460 w 7156079"/>
              <a:gd name="connsiteY3" fmla="*/ 708049 h 2761287"/>
              <a:gd name="connsiteX4" fmla="*/ 3563096 w 7156079"/>
              <a:gd name="connsiteY4" fmla="*/ 0 h 2761287"/>
              <a:gd name="connsiteX5" fmla="*/ 4758212 w 7156079"/>
              <a:gd name="connsiteY5" fmla="*/ 708751 h 2761287"/>
              <a:gd name="connsiteX6" fmla="*/ 4753348 w 7156079"/>
              <a:gd name="connsiteY6" fmla="*/ 2080351 h 2761287"/>
              <a:gd name="connsiteX7" fmla="*/ 5954714 w 7156079"/>
              <a:gd name="connsiteY7" fmla="*/ 2761287 h 2761287"/>
              <a:gd name="connsiteX8" fmla="*/ 7156079 w 7156079"/>
              <a:gd name="connsiteY8" fmla="*/ 2080351 h 2761287"/>
              <a:gd name="connsiteX0" fmla="*/ 0 w 7156079"/>
              <a:gd name="connsiteY0" fmla="*/ 2045583 h 2743903"/>
              <a:gd name="connsiteX1" fmla="*/ 1183297 w 7156079"/>
              <a:gd name="connsiteY1" fmla="*/ 1354919 h 2743903"/>
              <a:gd name="connsiteX2" fmla="*/ 2372162 w 7156079"/>
              <a:gd name="connsiteY2" fmla="*/ 2036541 h 2743903"/>
              <a:gd name="connsiteX3" fmla="*/ 2371460 w 7156079"/>
              <a:gd name="connsiteY3" fmla="*/ 690665 h 2743903"/>
              <a:gd name="connsiteX4" fmla="*/ 3563096 w 7156079"/>
              <a:gd name="connsiteY4" fmla="*/ 0 h 2743903"/>
              <a:gd name="connsiteX5" fmla="*/ 4758212 w 7156079"/>
              <a:gd name="connsiteY5" fmla="*/ 691367 h 2743903"/>
              <a:gd name="connsiteX6" fmla="*/ 4753348 w 7156079"/>
              <a:gd name="connsiteY6" fmla="*/ 2062967 h 2743903"/>
              <a:gd name="connsiteX7" fmla="*/ 5954714 w 7156079"/>
              <a:gd name="connsiteY7" fmla="*/ 2743903 h 2743903"/>
              <a:gd name="connsiteX8" fmla="*/ 7156079 w 7156079"/>
              <a:gd name="connsiteY8" fmla="*/ 2062967 h 2743903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8212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42917 w 7156079"/>
              <a:gd name="connsiteY6" fmla="*/ 2062967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62967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60301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6014 h 2736950"/>
              <a:gd name="connsiteX0" fmla="*/ 0 w 7124788"/>
              <a:gd name="connsiteY0" fmla="*/ 2052537 h 2736950"/>
              <a:gd name="connsiteX1" fmla="*/ 1183297 w 7124788"/>
              <a:gd name="connsiteY1" fmla="*/ 1361873 h 2736950"/>
              <a:gd name="connsiteX2" fmla="*/ 2372162 w 7124788"/>
              <a:gd name="connsiteY2" fmla="*/ 2043495 h 2736950"/>
              <a:gd name="connsiteX3" fmla="*/ 2371460 w 7124788"/>
              <a:gd name="connsiteY3" fmla="*/ 697619 h 2736950"/>
              <a:gd name="connsiteX4" fmla="*/ 3559620 w 7124788"/>
              <a:gd name="connsiteY4" fmla="*/ 0 h 2736950"/>
              <a:gd name="connsiteX5" fmla="*/ 4751259 w 7124788"/>
              <a:gd name="connsiteY5" fmla="*/ 698321 h 2736950"/>
              <a:gd name="connsiteX6" fmla="*/ 4742917 w 7124788"/>
              <a:gd name="connsiteY6" fmla="*/ 2052536 h 2736950"/>
              <a:gd name="connsiteX7" fmla="*/ 5954714 w 7124788"/>
              <a:gd name="connsiteY7" fmla="*/ 2736950 h 2736950"/>
              <a:gd name="connsiteX8" fmla="*/ 7124788 w 7124788"/>
              <a:gd name="connsiteY8" fmla="*/ 2045583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67128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59537"/>
              <a:gd name="connsiteY0" fmla="*/ 2062264 h 2736950"/>
              <a:gd name="connsiteX1" fmla="*/ 1207616 w 7159537"/>
              <a:gd name="connsiteY1" fmla="*/ 1361873 h 2736950"/>
              <a:gd name="connsiteX2" fmla="*/ 2400389 w 7159537"/>
              <a:gd name="connsiteY2" fmla="*/ 2055218 h 2736950"/>
              <a:gd name="connsiteX3" fmla="*/ 2395779 w 7159537"/>
              <a:gd name="connsiteY3" fmla="*/ 697619 h 2736950"/>
              <a:gd name="connsiteX4" fmla="*/ 3583939 w 7159537"/>
              <a:gd name="connsiteY4" fmla="*/ 0 h 2736950"/>
              <a:gd name="connsiteX5" fmla="*/ 4775578 w 7159537"/>
              <a:gd name="connsiteY5" fmla="*/ 698321 h 2736950"/>
              <a:gd name="connsiteX6" fmla="*/ 4767236 w 7159537"/>
              <a:gd name="connsiteY6" fmla="*/ 2052536 h 2736950"/>
              <a:gd name="connsiteX7" fmla="*/ 5979033 w 7159537"/>
              <a:gd name="connsiteY7" fmla="*/ 2736950 h 2736950"/>
              <a:gd name="connsiteX8" fmla="*/ 7159537 w 7159537"/>
              <a:gd name="connsiteY8" fmla="*/ 2052536 h 2736950"/>
              <a:gd name="connsiteX0" fmla="*/ 0 w 7149809"/>
              <a:gd name="connsiteY0" fmla="*/ 2071991 h 2736950"/>
              <a:gd name="connsiteX1" fmla="*/ 1197888 w 7149809"/>
              <a:gd name="connsiteY1" fmla="*/ 1361873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22208 w 7149809"/>
              <a:gd name="connsiteY1" fmla="*/ 1357009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582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4745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52768"/>
              <a:gd name="connsiteY0" fmla="*/ 2063113 h 2736950"/>
              <a:gd name="connsiteX1" fmla="*/ 1197659 w 7152768"/>
              <a:gd name="connsiteY1" fmla="*/ 1371385 h 2736950"/>
              <a:gd name="connsiteX2" fmla="*/ 2393620 w 7152768"/>
              <a:gd name="connsiteY2" fmla="*/ 2055218 h 2736950"/>
              <a:gd name="connsiteX3" fmla="*/ 2389010 w 7152768"/>
              <a:gd name="connsiteY3" fmla="*/ 697619 h 2736950"/>
              <a:gd name="connsiteX4" fmla="*/ 3577170 w 7152768"/>
              <a:gd name="connsiteY4" fmla="*/ 0 h 2736950"/>
              <a:gd name="connsiteX5" fmla="*/ 4773889 w 7152768"/>
              <a:gd name="connsiteY5" fmla="*/ 698321 h 2736950"/>
              <a:gd name="connsiteX6" fmla="*/ 4760467 w 7152768"/>
              <a:gd name="connsiteY6" fmla="*/ 2047456 h 2736950"/>
              <a:gd name="connsiteX7" fmla="*/ 5972264 w 7152768"/>
              <a:gd name="connsiteY7" fmla="*/ 2736950 h 2736950"/>
              <a:gd name="connsiteX8" fmla="*/ 7152768 w 7152768"/>
              <a:gd name="connsiteY8" fmla="*/ 2052536 h 2736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152768" h="2736950">
                <a:moveTo>
                  <a:pt x="0" y="2063113"/>
                </a:moveTo>
                <a:cubicBezTo>
                  <a:pt x="405781" y="1831271"/>
                  <a:pt x="752967" y="1616359"/>
                  <a:pt x="1197659" y="1371385"/>
                </a:cubicBezTo>
                <a:lnTo>
                  <a:pt x="2393620" y="2055218"/>
                </a:lnTo>
                <a:cubicBezTo>
                  <a:pt x="2396863" y="1599639"/>
                  <a:pt x="2385767" y="1153198"/>
                  <a:pt x="2389010" y="697619"/>
                </a:cubicBezTo>
                <a:lnTo>
                  <a:pt x="3577170" y="0"/>
                </a:lnTo>
                <a:lnTo>
                  <a:pt x="4773889" y="698321"/>
                </a:lnTo>
                <a:cubicBezTo>
                  <a:pt x="4772268" y="1155521"/>
                  <a:pt x="4762088" y="1590256"/>
                  <a:pt x="4760467" y="2047456"/>
                </a:cubicBezTo>
                <a:lnTo>
                  <a:pt x="5972264" y="2736950"/>
                </a:lnTo>
                <a:lnTo>
                  <a:pt x="7152768" y="2052536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72" name="Полилиния: Фигура 31">
            <a:extLst>
              <a:ext uri="{FF2B5EF4-FFF2-40B4-BE49-F238E27FC236}">
                <a16:creationId xmlns:a16="http://schemas.microsoft.com/office/drawing/2014/main" id="{274DD645-8640-45D5-9B60-F31EC01D3CC0}"/>
              </a:ext>
            </a:extLst>
          </p:cNvPr>
          <p:cNvSpPr/>
          <p:nvPr userDrawn="1"/>
        </p:nvSpPr>
        <p:spPr>
          <a:xfrm>
            <a:off x="8440979" y="1677475"/>
            <a:ext cx="2373549" cy="2062264"/>
          </a:xfrm>
          <a:custGeom>
            <a:avLst/>
            <a:gdLst>
              <a:gd name="connsiteX0" fmla="*/ 2373549 w 2373549"/>
              <a:gd name="connsiteY0" fmla="*/ 680936 h 2062264"/>
              <a:gd name="connsiteX1" fmla="*/ 1186774 w 2373549"/>
              <a:gd name="connsiteY1" fmla="*/ 0 h 2062264"/>
              <a:gd name="connsiteX2" fmla="*/ 0 w 2373549"/>
              <a:gd name="connsiteY2" fmla="*/ 690664 h 2062264"/>
              <a:gd name="connsiteX3" fmla="*/ 0 w 2373549"/>
              <a:gd name="connsiteY3" fmla="*/ 2062264 h 2062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73549" h="2062264">
                <a:moveTo>
                  <a:pt x="2373549" y="680936"/>
                </a:moveTo>
                <a:lnTo>
                  <a:pt x="1186774" y="0"/>
                </a:lnTo>
                <a:lnTo>
                  <a:pt x="0" y="690664"/>
                </a:lnTo>
                <a:lnTo>
                  <a:pt x="0" y="2062264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73" name="Полилиния: Фигура 34">
            <a:extLst>
              <a:ext uri="{FF2B5EF4-FFF2-40B4-BE49-F238E27FC236}">
                <a16:creationId xmlns:a16="http://schemas.microsoft.com/office/drawing/2014/main" id="{71C09F09-7119-47FD-8E60-E4A92C9A3119}"/>
              </a:ext>
            </a:extLst>
          </p:cNvPr>
          <p:cNvSpPr/>
          <p:nvPr userDrawn="1"/>
        </p:nvSpPr>
        <p:spPr>
          <a:xfrm flipH="1">
            <a:off x="10715501" y="2243467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74" name="Полилиния: Фигура 45">
            <a:extLst>
              <a:ext uri="{FF2B5EF4-FFF2-40B4-BE49-F238E27FC236}">
                <a16:creationId xmlns:a16="http://schemas.microsoft.com/office/drawing/2014/main" id="{E99BCE04-19B9-4541-925F-AC59CF760E7F}"/>
              </a:ext>
            </a:extLst>
          </p:cNvPr>
          <p:cNvSpPr/>
          <p:nvPr userDrawn="1"/>
        </p:nvSpPr>
        <p:spPr>
          <a:xfrm flipH="1">
            <a:off x="9534557" y="1571099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75" name="Полилиния: Фигура 46">
            <a:extLst>
              <a:ext uri="{FF2B5EF4-FFF2-40B4-BE49-F238E27FC236}">
                <a16:creationId xmlns:a16="http://schemas.microsoft.com/office/drawing/2014/main" id="{F2B610BB-26F6-44A5-B7DB-CEEDCAE916ED}"/>
              </a:ext>
            </a:extLst>
          </p:cNvPr>
          <p:cNvSpPr/>
          <p:nvPr userDrawn="1"/>
        </p:nvSpPr>
        <p:spPr>
          <a:xfrm flipH="1">
            <a:off x="8328171" y="2258376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76" name="Полилиния: Фигура 47">
            <a:extLst>
              <a:ext uri="{FF2B5EF4-FFF2-40B4-BE49-F238E27FC236}">
                <a16:creationId xmlns:a16="http://schemas.microsoft.com/office/drawing/2014/main" id="{C979636C-DE09-47B7-8972-BAE28DFA91DF}"/>
              </a:ext>
            </a:extLst>
          </p:cNvPr>
          <p:cNvSpPr/>
          <p:nvPr userDrawn="1"/>
        </p:nvSpPr>
        <p:spPr>
          <a:xfrm flipH="1">
            <a:off x="8333460" y="361085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77" name="Полилиния: Фигура 48">
            <a:extLst>
              <a:ext uri="{FF2B5EF4-FFF2-40B4-BE49-F238E27FC236}">
                <a16:creationId xmlns:a16="http://schemas.microsoft.com/office/drawing/2014/main" id="{01B12467-C508-4D89-94B3-6D23C6199703}"/>
              </a:ext>
            </a:extLst>
          </p:cNvPr>
          <p:cNvSpPr/>
          <p:nvPr userDrawn="1"/>
        </p:nvSpPr>
        <p:spPr>
          <a:xfrm flipH="1">
            <a:off x="7146016" y="429086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78" name="Полилиния: Фигура 49">
            <a:extLst>
              <a:ext uri="{FF2B5EF4-FFF2-40B4-BE49-F238E27FC236}">
                <a16:creationId xmlns:a16="http://schemas.microsoft.com/office/drawing/2014/main" id="{9EA72422-90A8-454F-8133-112CD2B85BEA}"/>
              </a:ext>
            </a:extLst>
          </p:cNvPr>
          <p:cNvSpPr/>
          <p:nvPr userDrawn="1"/>
        </p:nvSpPr>
        <p:spPr>
          <a:xfrm flipH="1">
            <a:off x="5937847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79" name="Полилиния: фигура 50">
            <a:extLst>
              <a:ext uri="{FF2B5EF4-FFF2-40B4-BE49-F238E27FC236}">
                <a16:creationId xmlns:a16="http://schemas.microsoft.com/office/drawing/2014/main" id="{3C67727D-D0D9-4CA6-99EE-0B89D465A706}"/>
              </a:ext>
            </a:extLst>
          </p:cNvPr>
          <p:cNvSpPr/>
          <p:nvPr userDrawn="1"/>
        </p:nvSpPr>
        <p:spPr>
          <a:xfrm flipH="1">
            <a:off x="5951993" y="225130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80" name="Полилиния: фигура 51">
            <a:extLst>
              <a:ext uri="{FF2B5EF4-FFF2-40B4-BE49-F238E27FC236}">
                <a16:creationId xmlns:a16="http://schemas.microsoft.com/office/drawing/2014/main" id="{C88A67D0-B01F-4CC8-B248-2CF85911F456}"/>
              </a:ext>
            </a:extLst>
          </p:cNvPr>
          <p:cNvSpPr/>
          <p:nvPr userDrawn="1"/>
        </p:nvSpPr>
        <p:spPr>
          <a:xfrm flipH="1">
            <a:off x="4778156" y="1565771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81" name="Полилиния: Фигура 52">
            <a:extLst>
              <a:ext uri="{FF2B5EF4-FFF2-40B4-BE49-F238E27FC236}">
                <a16:creationId xmlns:a16="http://schemas.microsoft.com/office/drawing/2014/main" id="{DBF6CA39-E979-4287-833E-20A9B455F7D6}"/>
              </a:ext>
            </a:extLst>
          </p:cNvPr>
          <p:cNvSpPr/>
          <p:nvPr userDrawn="1"/>
        </p:nvSpPr>
        <p:spPr>
          <a:xfrm flipH="1">
            <a:off x="3565843" y="2247823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82" name="Полилиния: фигура 53">
            <a:extLst>
              <a:ext uri="{FF2B5EF4-FFF2-40B4-BE49-F238E27FC236}">
                <a16:creationId xmlns:a16="http://schemas.microsoft.com/office/drawing/2014/main" id="{9EAA4E60-7510-4920-A426-5630491CFAC2}"/>
              </a:ext>
            </a:extLst>
          </p:cNvPr>
          <p:cNvSpPr/>
          <p:nvPr userDrawn="1"/>
        </p:nvSpPr>
        <p:spPr>
          <a:xfrm flipH="1">
            <a:off x="3565952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83" name="Полилиния: Фигура 54">
            <a:extLst>
              <a:ext uri="{FF2B5EF4-FFF2-40B4-BE49-F238E27FC236}">
                <a16:creationId xmlns:a16="http://schemas.microsoft.com/office/drawing/2014/main" id="{322F7ECD-1942-42EE-B5E0-FC1E0206BFFD}"/>
              </a:ext>
            </a:extLst>
          </p:cNvPr>
          <p:cNvSpPr/>
          <p:nvPr userDrawn="1"/>
        </p:nvSpPr>
        <p:spPr>
          <a:xfrm flipH="1">
            <a:off x="2386318" y="296278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84" name="Полилиния: Фигура 55">
            <a:extLst>
              <a:ext uri="{FF2B5EF4-FFF2-40B4-BE49-F238E27FC236}">
                <a16:creationId xmlns:a16="http://schemas.microsoft.com/office/drawing/2014/main" id="{2465D6BD-72DA-4C13-97C2-7CF8D7F2F0C4}"/>
              </a:ext>
            </a:extLst>
          </p:cNvPr>
          <p:cNvSpPr/>
          <p:nvPr userDrawn="1"/>
        </p:nvSpPr>
        <p:spPr>
          <a:xfrm flipH="1">
            <a:off x="1190302" y="361221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85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E7C6BEEA-1766-44A1-A28D-2E817DBF226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07136" y="3865003"/>
            <a:ext cx="1877575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lang="ru-RU" sz="1800" b="1">
                <a:solidFill>
                  <a:schemeClr val="accent6"/>
                </a:solidFill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86" name="Контент 47">
            <a:extLst>
              <a:ext uri="{FF2B5EF4-FFF2-40B4-BE49-F238E27FC236}">
                <a16:creationId xmlns:a16="http://schemas.microsoft.com/office/drawing/2014/main" id="{597D4D7A-8D7E-492C-8795-D491CF53B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507136" y="4447079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ru-RU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87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A7396594-2DE7-4DB9-B6B4-92F63F06EFC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889942" y="2355643"/>
            <a:ext cx="1877575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lang="ru-RU" sz="1800" b="1">
                <a:solidFill>
                  <a:schemeClr val="accent6"/>
                </a:solidFill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88" name="Контент 47">
            <a:extLst>
              <a:ext uri="{FF2B5EF4-FFF2-40B4-BE49-F238E27FC236}">
                <a16:creationId xmlns:a16="http://schemas.microsoft.com/office/drawing/2014/main" id="{CC680CF7-ED60-4FFF-B04E-B24ECDDD351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889942" y="2937719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ru-RU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89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042E6E66-3835-45DF-80D9-C4AFDF3401F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107230" y="4469081"/>
            <a:ext cx="1877575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lang="ru-RU" sz="1800" b="1">
                <a:solidFill>
                  <a:schemeClr val="accent6"/>
                </a:solidFill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90" name="Контент 47">
            <a:extLst>
              <a:ext uri="{FF2B5EF4-FFF2-40B4-BE49-F238E27FC236}">
                <a16:creationId xmlns:a16="http://schemas.microsoft.com/office/drawing/2014/main" id="{A6E85C70-1784-4A0C-8897-EDE98D39BC0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107230" y="5051157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ru-RU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91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4CD55BC2-05D0-49CB-B0A5-C96ACB411B5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501941" y="4469081"/>
            <a:ext cx="1877575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lang="ru-RU" sz="1800" b="1">
                <a:solidFill>
                  <a:schemeClr val="accent6"/>
                </a:solidFill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92" name="Контент 47">
            <a:extLst>
              <a:ext uri="{FF2B5EF4-FFF2-40B4-BE49-F238E27FC236}">
                <a16:creationId xmlns:a16="http://schemas.microsoft.com/office/drawing/2014/main" id="{49DB7120-2F2C-4F89-AA8C-ABC4F3FF25F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01941" y="5051157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ru-RU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93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AEB1F7BA-7D83-4C23-A72B-82DF9377E9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734718" y="2355643"/>
            <a:ext cx="1877575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lang="ru-RU" sz="1800" b="1">
                <a:solidFill>
                  <a:schemeClr val="accent6"/>
                </a:solidFill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94" name="Контент 47">
            <a:extLst>
              <a:ext uri="{FF2B5EF4-FFF2-40B4-BE49-F238E27FC236}">
                <a16:creationId xmlns:a16="http://schemas.microsoft.com/office/drawing/2014/main" id="{7C32F3EB-1AC3-40E9-B66D-ADB19CC74F0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734718" y="2937719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ru-RU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7E7569-B8BF-39D0-D742-EF98B83E4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914" y="726705"/>
            <a:ext cx="10515600" cy="1205058"/>
          </a:xfrm>
        </p:spPr>
        <p:txBody>
          <a:bodyPr rtlCol="0" anchor="t">
            <a:noAutofit/>
          </a:bodyPr>
          <a:lstStyle>
            <a:lvl1pPr algn="l"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FC159C7-D006-5B5F-1FEA-689C432B8C8C}"/>
              </a:ext>
            </a:extLst>
          </p:cNvPr>
          <p:cNvSpPr>
            <a:spLocks noGrp="1"/>
          </p:cNvSpPr>
          <p:nvPr>
            <p:ph type="ftr" sz="quarter" idx="46"/>
          </p:nvPr>
        </p:nvSpPr>
        <p:spPr/>
        <p:txBody>
          <a:bodyPr rtlCol="0">
            <a:noAutofit/>
          </a:bodyPr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Заголовок презентации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F0EBABD-E264-2C96-1139-289A712F35B7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 rtlCol="0">
            <a:noAutofit/>
          </a:bodyPr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fld id="{47FEACEE-25B4-4A2D-B147-27296E36371D}" type="slidenum">
              <a:rPr lang="ru-RU" altLang="zh-CN" smtClean="0"/>
              <a:pPr/>
              <a:t>‹#›</a:t>
            </a:fld>
            <a:endParaRPr lang="ru-RU" altLang="zh-CN" dirty="0"/>
          </a:p>
        </p:txBody>
      </p:sp>
    </p:spTree>
    <p:extLst>
      <p:ext uri="{BB962C8B-B14F-4D97-AF65-F5344CB8AC3E}">
        <p14:creationId xmlns:p14="http://schemas.microsoft.com/office/powerpoint/2010/main" val="359088099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нтент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олилиния: Фигура 19">
            <a:extLst>
              <a:ext uri="{FF2B5EF4-FFF2-40B4-BE49-F238E27FC236}">
                <a16:creationId xmlns:a16="http://schemas.microsoft.com/office/drawing/2014/main" id="{F38B75F8-75D4-4B41-B7C7-433032DD0A6F}"/>
              </a:ext>
            </a:extLst>
          </p:cNvPr>
          <p:cNvSpPr/>
          <p:nvPr userDrawn="1"/>
        </p:nvSpPr>
        <p:spPr>
          <a:xfrm flipH="1">
            <a:off x="769290" y="491100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8" name="Полилиния: Фигура 24">
            <a:extLst>
              <a:ext uri="{FF2B5EF4-FFF2-40B4-BE49-F238E27FC236}">
                <a16:creationId xmlns:a16="http://schemas.microsoft.com/office/drawing/2014/main" id="{671D1224-EDDC-4900-92DC-13608D44C524}"/>
              </a:ext>
            </a:extLst>
          </p:cNvPr>
          <p:cNvSpPr/>
          <p:nvPr userDrawn="1"/>
        </p:nvSpPr>
        <p:spPr>
          <a:xfrm flipH="1">
            <a:off x="783145" y="4057904"/>
            <a:ext cx="1886359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15" name="Полилиния 14">
            <a:extLst>
              <a:ext uri="{FF2B5EF4-FFF2-40B4-BE49-F238E27FC236}">
                <a16:creationId xmlns:a16="http://schemas.microsoft.com/office/drawing/2014/main" id="{635A9E44-4E60-1AD1-0B85-72422683B48A}"/>
              </a:ext>
            </a:extLst>
          </p:cNvPr>
          <p:cNvSpPr/>
          <p:nvPr userDrawn="1"/>
        </p:nvSpPr>
        <p:spPr>
          <a:xfrm flipH="1">
            <a:off x="0" y="3709992"/>
            <a:ext cx="1157948" cy="150283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21" name="Подзаголовок 47" descr="Щелкните значок, чтобы добавить фото">
            <a:extLst>
              <a:ext uri="{FF2B5EF4-FFF2-40B4-BE49-F238E27FC236}">
                <a16:creationId xmlns:a16="http://schemas.microsoft.com/office/drawing/2014/main" id="{0C7786BA-5E56-47AA-AE47-4EC07A0D4FA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50705" y="3625598"/>
            <a:ext cx="2653545" cy="587964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ru-RU" sz="1800" b="1">
                <a:solidFill>
                  <a:schemeClr val="accent6"/>
                </a:solidFill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23" name="Контент 47">
            <a:extLst>
              <a:ext uri="{FF2B5EF4-FFF2-40B4-BE49-F238E27FC236}">
                <a16:creationId xmlns:a16="http://schemas.microsoft.com/office/drawing/2014/main" id="{880214CF-87DD-476A-9B2E-A58DB313A61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50705" y="4246516"/>
            <a:ext cx="2653545" cy="1727103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sz="1400" b="0">
                <a:solidFill>
                  <a:schemeClr val="accent6"/>
                </a:solidFill>
                <a:latin typeface="+mn-lt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37" name="Рисунок">
            <a:extLst>
              <a:ext uri="{FF2B5EF4-FFF2-40B4-BE49-F238E27FC236}">
                <a16:creationId xmlns:a16="http://schemas.microsoft.com/office/drawing/2014/main" id="{264CF63C-079E-41AA-AA9A-762A765E699F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1788170" y="2296125"/>
            <a:ext cx="1886360" cy="2144668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rtlCol="0" anchor="ctr">
            <a:noAutofit/>
          </a:bodyPr>
          <a:lstStyle>
            <a:lvl1pPr marL="0" indent="0" algn="ctr">
              <a:buNone/>
              <a:defRPr lang="ru-RU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Щелкните значок, чтобы добавить фото</a:t>
            </a:r>
            <a:endParaRPr lang="ru-RU" altLang="en-US"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D041C638-CBB8-1159-9AF8-B5D14CC7B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0704" y="1690878"/>
            <a:ext cx="6599429" cy="1325563"/>
          </a:xfrm>
        </p:spPr>
        <p:txBody>
          <a:bodyPr rtlCol="0" anchor="b">
            <a:noAutofit/>
          </a:bodyPr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8" name="Подзаголовок 47" descr="Щелкните значок, чтобы добавить фото">
            <a:extLst>
              <a:ext uri="{FF2B5EF4-FFF2-40B4-BE49-F238E27FC236}">
                <a16:creationId xmlns:a16="http://schemas.microsoft.com/office/drawing/2014/main" id="{3C2C4001-E56F-4174-01AA-4630360BFF4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811506" y="3625598"/>
            <a:ext cx="2653545" cy="587964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ru-RU" sz="1800" b="1">
                <a:solidFill>
                  <a:schemeClr val="accent6"/>
                </a:solidFill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20" name="Контент 47">
            <a:extLst>
              <a:ext uri="{FF2B5EF4-FFF2-40B4-BE49-F238E27FC236}">
                <a16:creationId xmlns:a16="http://schemas.microsoft.com/office/drawing/2014/main" id="{02DFC856-C546-62E9-220F-7A668D34905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811506" y="4246516"/>
            <a:ext cx="2653545" cy="1727103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sz="1400" b="0">
                <a:solidFill>
                  <a:schemeClr val="accent6"/>
                </a:solidFill>
                <a:latin typeface="+mn-lt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507335A-F59E-2A6C-D2D6-F10391DA8D6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 rtlCol="0">
            <a:noAutofit/>
          </a:bodyPr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fld id="{47FEACEE-25B4-4A2D-B147-27296E36371D}" type="slidenum">
              <a:rPr lang="ru-RU" altLang="zh-CN" smtClean="0"/>
              <a:pPr/>
              <a:t>‹#›</a:t>
            </a:fld>
            <a:endParaRPr lang="ru-RU" altLang="zh-CN" dirty="0"/>
          </a:p>
        </p:txBody>
      </p:sp>
    </p:spTree>
    <p:extLst>
      <p:ext uri="{BB962C8B-B14F-4D97-AF65-F5344CB8AC3E}">
        <p14:creationId xmlns:p14="http://schemas.microsoft.com/office/powerpoint/2010/main" val="361364637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од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Объект 47">
            <a:extLst>
              <a:ext uri="{FF2B5EF4-FFF2-40B4-BE49-F238E27FC236}">
                <a16:creationId xmlns:a16="http://schemas.microsoft.com/office/drawing/2014/main" id="{3EDD8D3E-653B-4A9E-9868-3B013A65FE9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7493157" y="529148"/>
            <a:ext cx="4248873" cy="473113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ln w="19050">
            <a:noFill/>
          </a:ln>
        </p:spPr>
        <p:txBody>
          <a:bodyPr rtlCol="0" anchor="ctr">
            <a:noAutofit/>
          </a:bodyPr>
          <a:lstStyle>
            <a:lvl1pPr marL="0" indent="0" algn="ctr">
              <a:buNone/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Щелкните значок, чтобы добавить фото</a:t>
            </a:r>
            <a:endParaRPr lang="ru-RU" altLang="en-US"/>
          </a:p>
        </p:txBody>
      </p:sp>
      <p:sp>
        <p:nvSpPr>
          <p:cNvPr id="18" name="Объект 47">
            <a:extLst>
              <a:ext uri="{FF2B5EF4-FFF2-40B4-BE49-F238E27FC236}">
                <a16:creationId xmlns:a16="http://schemas.microsoft.com/office/drawing/2014/main" id="{DD4E6A9F-7400-917B-6A6B-6BAB445E8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7427" y="3253120"/>
            <a:ext cx="4959822" cy="2007158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buNone/>
              <a:defRPr lang="ru-RU" sz="1500" b="0">
                <a:solidFill>
                  <a:schemeClr val="accent6"/>
                </a:solidFill>
                <a:latin typeface="+mn-lt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19" name="Полилиния: Форма 25">
            <a:extLst>
              <a:ext uri="{FF2B5EF4-FFF2-40B4-BE49-F238E27FC236}">
                <a16:creationId xmlns:a16="http://schemas.microsoft.com/office/drawing/2014/main" id="{D7BBD3E8-D5DD-C21F-3792-4880373CCDCC}"/>
              </a:ext>
            </a:extLst>
          </p:cNvPr>
          <p:cNvSpPr/>
          <p:nvPr userDrawn="1"/>
        </p:nvSpPr>
        <p:spPr>
          <a:xfrm flipH="1">
            <a:off x="7400972" y="4508725"/>
            <a:ext cx="1347680" cy="158117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20" name="Полилиния: Фигура 11">
            <a:extLst>
              <a:ext uri="{FF2B5EF4-FFF2-40B4-BE49-F238E27FC236}">
                <a16:creationId xmlns:a16="http://schemas.microsoft.com/office/drawing/2014/main" id="{FC461D80-0CAC-62E5-726A-63B48BEF3F25}"/>
              </a:ext>
            </a:extLst>
          </p:cNvPr>
          <p:cNvSpPr/>
          <p:nvPr userDrawn="1"/>
        </p:nvSpPr>
        <p:spPr>
          <a:xfrm>
            <a:off x="6521016" y="4772906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D4944167-AFE9-AE61-AF44-B9AEE24D1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427" y="2497488"/>
            <a:ext cx="9823998" cy="1325563"/>
          </a:xfrm>
        </p:spPr>
        <p:txBody>
          <a:bodyPr rtlCol="0" anchor="t">
            <a:noAutofit/>
          </a:bodyPr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47268D53-92DA-7335-4DAB-83485CAF3FE9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 rtlCol="0">
            <a:noAutofit/>
          </a:bodyPr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Название презентации</a:t>
            </a:r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F9FCB16-3643-AB04-D20E-A14FFE07F67C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 rtlCol="0">
            <a:noAutofit/>
          </a:bodyPr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fld id="{47FEACEE-25B4-4A2D-B147-27296E36371D}" type="slidenum">
              <a:rPr lang="ru-RU" altLang="zh-CN" smtClean="0"/>
              <a:pPr/>
              <a:t>‹#›</a:t>
            </a:fld>
            <a:endParaRPr lang="ru-RU" altLang="zh-CN" dirty="0"/>
          </a:p>
        </p:txBody>
      </p:sp>
    </p:spTree>
    <p:extLst>
      <p:ext uri="{BB962C8B-B14F-4D97-AF65-F5344CB8AC3E}">
        <p14:creationId xmlns:p14="http://schemas.microsoft.com/office/powerpoint/2010/main" val="3213276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Content-GrommetsCombined.png"/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smtClean="0"/>
              <a:pPr/>
              <a:t>6/18/2026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r>
              <a:rPr lang="ru-RU" noProof="0"/>
              <a:t>Название презентации</a:t>
            </a:r>
            <a:endParaRPr lang="ru-RU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fld id="{47FEACEE-25B4-4A2D-B147-27296E36371D}" type="slidenum">
              <a:rPr lang="ru-RU" altLang="zh-CN" noProof="0" smtClean="0"/>
              <a:pPr/>
              <a:t>‹#›</a:t>
            </a:fld>
            <a:endParaRPr lang="ru-RU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936263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  <p:sldLayoutId id="2147483729" r:id="rId13"/>
    <p:sldLayoutId id="2147483730" r:id="rId14"/>
    <p:sldLayoutId id="2147483731" r:id="rId15"/>
    <p:sldLayoutId id="2147483732" r:id="rId16"/>
    <p:sldLayoutId id="2147483733" r:id="rId17"/>
    <p:sldLayoutId id="2147483734" r:id="rId18"/>
    <p:sldLayoutId id="2147483735" r:id="rId19"/>
    <p:sldLayoutId id="2147483736" r:id="rId20"/>
    <p:sldLayoutId id="2147483737" r:id="rId21"/>
    <p:sldLayoutId id="2147483738" r:id="rId22"/>
    <p:sldLayoutId id="2147483652" r:id="rId23"/>
    <p:sldLayoutId id="2147483651" r:id="rId24"/>
    <p:sldLayoutId id="2147483653" r:id="rId25"/>
    <p:sldLayoutId id="2147483654" r:id="rId26"/>
    <p:sldLayoutId id="2147483657" r:id="rId27"/>
    <p:sldLayoutId id="2147483658" r:id="rId28"/>
    <p:sldLayoutId id="2147483659" r:id="rId29"/>
    <p:sldLayoutId id="2147483661" r:id="rId30"/>
    <p:sldLayoutId id="2147483662" r:id="rId31"/>
    <p:sldLayoutId id="2147483664" r:id="rId32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640" userDrawn="1">
          <p15:clr>
            <a:srgbClr val="F26B43"/>
          </p15:clr>
        </p15:guide>
        <p15:guide id="4" pos="1656" userDrawn="1">
          <p15:clr>
            <a:srgbClr val="F26B43"/>
          </p15:clr>
        </p15:guide>
        <p15:guide id="5" pos="520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1.xml"/><Relationship Id="rId1" Type="http://schemas.openxmlformats.org/officeDocument/2006/relationships/vmlDrawing" Target="../drawings/vmlDrawing1.v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1.xml"/><Relationship Id="rId1" Type="http://schemas.openxmlformats.org/officeDocument/2006/relationships/vmlDrawing" Target="../drawings/vmlDrawing2.v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93A3B864-5E85-99D2-93E5-5CA1F4F35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764" y="1986926"/>
            <a:ext cx="4551825" cy="2057441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/>
              <a:t>Комментарии о преподавателях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485E0237-B9A1-0B58-E0AA-05EF84817EB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526595" y="4191257"/>
            <a:ext cx="2875052" cy="808990"/>
          </a:xfrm>
        </p:spPr>
        <p:txBody>
          <a:bodyPr vert="horz" lIns="91440" tIns="45720" rIns="91440" bIns="45720" rtlCol="0" anchor="t">
            <a:noAutofit/>
          </a:bodyPr>
          <a:lstStyle>
            <a:defPPr>
              <a:defRPr lang="ru-RU"/>
            </a:defPPr>
          </a:lstStyle>
          <a:p>
            <a:r>
              <a:rPr lang="ru-RU" sz="2000" dirty="0">
                <a:solidFill>
                  <a:schemeClr val="accent3">
                    <a:lumMod val="50000"/>
                  </a:schemeClr>
                </a:solidFill>
              </a:rPr>
              <a:t>Бояринцева Софья</a:t>
            </a:r>
          </a:p>
          <a:p>
            <a:r>
              <a:rPr lang="ru-RU" sz="2000" dirty="0">
                <a:solidFill>
                  <a:schemeClr val="accent3">
                    <a:lumMod val="50000"/>
                  </a:schemeClr>
                </a:solidFill>
              </a:rPr>
              <a:t>24290907/2093</a:t>
            </a:r>
          </a:p>
        </p:txBody>
      </p:sp>
      <p:pic>
        <p:nvPicPr>
          <p:cNvPr id="13" name="Рисунок 12" descr="Picture background">
            <a:extLst>
              <a:ext uri="{FF2B5EF4-FFF2-40B4-BE49-F238E27FC236}">
                <a16:creationId xmlns:a16="http://schemas.microsoft.com/office/drawing/2014/main" id="{061E5C6D-EE22-91AE-2CFB-9850ABF31BC5}"/>
              </a:ext>
            </a:extLst>
          </p:cNvPr>
          <p:cNvPicPr>
            <a:picLocks noGrp="1" noChangeAspect="1"/>
          </p:cNvPicPr>
          <p:nvPr>
            <p:ph type="pic" sz="quarter" idx="47"/>
          </p:nvPr>
        </p:nvPicPr>
        <p:blipFill>
          <a:blip r:embed="rId3"/>
          <a:srcRect l="21035" r="21035"/>
          <a:stretch/>
        </p:blipFill>
        <p:spPr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10" name="Полилиния: Фигура 11">
            <a:extLst>
              <a:ext uri="{FF2B5EF4-FFF2-40B4-BE49-F238E27FC236}">
                <a16:creationId xmlns:a16="http://schemas.microsoft.com/office/drawing/2014/main" id="{01A79B69-242C-3AEB-4A42-7A606A54C6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857505" y="838985"/>
            <a:ext cx="1637958" cy="187385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tx2"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4" name="Полилиния: Фигура 11">
            <a:extLst>
              <a:ext uri="{FF2B5EF4-FFF2-40B4-BE49-F238E27FC236}">
                <a16:creationId xmlns:a16="http://schemas.microsoft.com/office/drawing/2014/main" id="{E5D4DE6D-89C8-6FFF-287D-3F3BAD416C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74436" y="3694919"/>
            <a:ext cx="1637958" cy="187385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  <a:alpha val="50196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6B35CFC-0516-408D-ACE3-1D89306E614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1239" t="35596" r="21490" b="33456"/>
          <a:stretch/>
        </p:blipFill>
        <p:spPr>
          <a:xfrm>
            <a:off x="3927679" y="4346025"/>
            <a:ext cx="1754677" cy="1768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447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8">
            <a:extLst>
              <a:ext uri="{FF2B5EF4-FFF2-40B4-BE49-F238E27FC236}">
                <a16:creationId xmlns:a16="http://schemas.microsoft.com/office/drawing/2014/main" id="{FA96FE97-5E27-FC36-5E3A-511A31E6C78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42689" y="1090740"/>
            <a:ext cx="5162709" cy="420683"/>
          </a:xfrm>
        </p:spPr>
        <p:txBody>
          <a:bodyPr rtlCol="0"/>
          <a:lstStyle>
            <a:defPPr>
              <a:defRPr lang="ru-RU"/>
            </a:defPPr>
          </a:lstStyle>
          <a:p>
            <a:pPr algn="ctr"/>
            <a:r>
              <a:rPr lang="ru-RU" dirty="0">
                <a:solidFill>
                  <a:schemeClr val="accent3">
                    <a:lumMod val="50000"/>
                  </a:schemeClr>
                </a:solidFill>
                <a:latin typeface="Times New Roman"/>
                <a:cs typeface="Times New Roman"/>
              </a:rPr>
              <a:t>На чем основана идея?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4CE5DE1C-24E7-3841-9376-89E91B4A476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733889" y="1545028"/>
            <a:ext cx="5162709" cy="2610440"/>
          </a:xfrm>
        </p:spPr>
        <p:txBody>
          <a:bodyPr vert="horz" lIns="91440" tIns="45720" rIns="91440" bIns="45720" rtlCol="0" anchor="t">
            <a:noAutofit/>
          </a:bodyPr>
          <a:lstStyle>
            <a:defPPr>
              <a:defRPr lang="ru-RU"/>
            </a:defPPr>
          </a:lstStyle>
          <a:p>
            <a:pPr marL="0" indent="0" algn="ctr">
              <a:buNone/>
            </a:pPr>
            <a:r>
              <a:rPr lang="ru-RU" sz="2000" dirty="0"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Публикация отзывов о преподавателях от лица студентов с созданием профиля студента и возможности редактирования профиля. На платформе будет представлена информация о фамилия имя отчество преподавателя, его курируемая группа </a:t>
            </a:r>
            <a:r>
              <a:rPr lang="ru-RU" sz="2000" dirty="0"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(если такая имеется), предмет/ты, которые ведёт преподаватель, и его рейтинг среди учеников. </a:t>
            </a:r>
            <a:endParaRPr lang="ru-RU" sz="16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FF123E42-D19E-3172-732D-A8C0E0A1B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018" y="1090740"/>
            <a:ext cx="4472037" cy="1838462"/>
          </a:xfrm>
        </p:spPr>
        <p:txBody>
          <a:bodyPr/>
          <a:lstStyle/>
          <a:p>
            <a:r>
              <a:rPr lang="ru-RU" sz="6000" dirty="0">
                <a:solidFill>
                  <a:schemeClr val="accent3">
                    <a:lumMod val="75000"/>
                  </a:schemeClr>
                </a:solidFill>
              </a:rPr>
              <a:t>Предметная</a:t>
            </a:r>
            <a:br>
              <a:rPr lang="ru-RU" sz="6000" dirty="0">
                <a:solidFill>
                  <a:schemeClr val="accent3">
                    <a:lumMod val="75000"/>
                  </a:schemeClr>
                </a:solidFill>
              </a:rPr>
            </a:br>
            <a:r>
              <a:rPr lang="ru-RU" sz="6000" dirty="0">
                <a:solidFill>
                  <a:schemeClr val="accent3">
                    <a:lumMod val="75000"/>
                  </a:schemeClr>
                </a:solidFill>
              </a:rPr>
              <a:t>область</a:t>
            </a:r>
          </a:p>
        </p:txBody>
      </p:sp>
      <p:pic>
        <p:nvPicPr>
          <p:cNvPr id="192" name="Рисунок 191" descr="Счеты (сплошная заливка)">
            <a:extLst>
              <a:ext uri="{FF2B5EF4-FFF2-40B4-BE49-F238E27FC236}">
                <a16:creationId xmlns:a16="http://schemas.microsoft.com/office/drawing/2014/main" id="{03D5E3D1-D423-EF5A-EE43-00CF1BD7FF63}"/>
              </a:ext>
            </a:extLst>
          </p:cNvPr>
          <p:cNvPicPr>
            <a:picLocks noGrp="1" noChangeAspect="1"/>
          </p:cNvPicPr>
          <p:nvPr>
            <p:ph type="pic" sz="quarter" idx="36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5182" r="5182"/>
          <a:stretch>
            <a:fillRect/>
          </a:stretch>
        </p:blipFill>
        <p:spPr>
          <a:xfrm>
            <a:off x="5480000" y="1057134"/>
            <a:ext cx="507778" cy="565882"/>
          </a:xfrm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D96C503-BABC-632E-06CA-12C8474920EB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47FEACEE-25B4-4A2D-B147-27296E36371D}" type="slidenum">
              <a:rPr lang="ru-RU" altLang="zh-CN" dirty="0" smtClean="0"/>
              <a:pPr rtl="0"/>
              <a:t>2</a:t>
            </a:fld>
            <a:r>
              <a:rPr lang="ru-RU" altLang="zh-CN"/>
              <a:t>/7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AD38527-23F3-437E-9FBA-21414A79D58D}"/>
              </a:ext>
            </a:extLst>
          </p:cNvPr>
          <p:cNvSpPr txBox="1"/>
          <p:nvPr/>
        </p:nvSpPr>
        <p:spPr>
          <a:xfrm>
            <a:off x="4177429" y="4566931"/>
            <a:ext cx="60932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Программа направлена на у</a:t>
            </a:r>
            <a:r>
              <a:rPr lang="ru-RU" sz="1800" dirty="0"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лучшение продуктивности работы студентов на парах и </a:t>
            </a:r>
            <a:r>
              <a:rPr lang="ru-RU" sz="1800" dirty="0"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улучшение системы обмена информацией о преподавателях и их предметах между студентами </a:t>
            </a:r>
            <a:endParaRPr lang="ru-RU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6" name="Текст 8">
            <a:extLst>
              <a:ext uri="{FF2B5EF4-FFF2-40B4-BE49-F238E27FC236}">
                <a16:creationId xmlns:a16="http://schemas.microsoft.com/office/drawing/2014/main" id="{16D0A431-AC45-4D87-9DD0-23429C8E2773}"/>
              </a:ext>
            </a:extLst>
          </p:cNvPr>
          <p:cNvSpPr txBox="1">
            <a:spLocks/>
          </p:cNvSpPr>
          <p:nvPr/>
        </p:nvSpPr>
        <p:spPr>
          <a:xfrm>
            <a:off x="2061334" y="4029178"/>
            <a:ext cx="5162709" cy="4206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defPPr>
              <a:defRPr lang="ru-RU"/>
            </a:defPPr>
            <a:lvl1pPr marL="0" indent="0" algn="l" defTabSz="4572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lang="ru-RU" sz="1800" b="1" i="0" kern="1200" cap="none">
                <a:solidFill>
                  <a:schemeClr val="accent6"/>
                </a:solidFill>
                <a:effectLst/>
                <a:latin typeface="+mn-lt"/>
                <a:ea typeface="+mn-ea"/>
                <a:cs typeface="Posterama" panose="020B0504020200020000" pitchFamily="34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lang="ru-RU" sz="1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lang="ru-RU" sz="9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lang="ru-RU" sz="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lang="ru-RU" sz="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dirty="0">
                <a:solidFill>
                  <a:schemeClr val="accent3">
                    <a:lumMod val="50000"/>
                  </a:schemeClr>
                </a:solidFill>
                <a:latin typeface="Times New Roman"/>
                <a:cs typeface="Times New Roman"/>
              </a:rPr>
              <a:t>Для чего?</a:t>
            </a:r>
          </a:p>
        </p:txBody>
      </p:sp>
    </p:spTree>
    <p:extLst>
      <p:ext uri="{BB962C8B-B14F-4D97-AF65-F5344CB8AC3E}">
        <p14:creationId xmlns:p14="http://schemas.microsoft.com/office/powerpoint/2010/main" val="2519727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Заголовок 37">
            <a:extLst>
              <a:ext uri="{FF2B5EF4-FFF2-40B4-BE49-F238E27FC236}">
                <a16:creationId xmlns:a16="http://schemas.microsoft.com/office/drawing/2014/main" id="{478CB64C-71AF-6B72-8069-000DD2505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ru-RU"/>
            </a:defPPr>
          </a:lstStyle>
          <a:p>
            <a:r>
              <a:rPr lang="ru-RU" dirty="0">
                <a:solidFill>
                  <a:schemeClr val="accent3">
                    <a:lumMod val="50000"/>
                  </a:schemeClr>
                </a:solidFill>
              </a:rPr>
              <a:t>Защита данных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A748300-3250-4976-9A09-ADAE9C1240F9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99974" y="2574891"/>
            <a:ext cx="2160746" cy="2861377"/>
          </a:xfrm>
        </p:spPr>
        <p:txBody>
          <a:bodyPr/>
          <a:lstStyle/>
          <a:p>
            <a:r>
              <a:rPr lang="ru-RU" sz="2400" dirty="0">
                <a:solidFill>
                  <a:schemeClr val="accent2">
                    <a:lumMod val="50000"/>
                  </a:schemeClr>
                </a:solidFill>
              </a:rPr>
              <a:t>Личных данных и паролей во избежание утечек или кражи</a:t>
            </a:r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D16452C9-C005-4CA2-9639-569B55982B35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99974" y="1712211"/>
            <a:ext cx="2160746" cy="866219"/>
          </a:xfrm>
        </p:spPr>
        <p:txBody>
          <a:bodyPr/>
          <a:lstStyle/>
          <a:p>
            <a:r>
              <a:rPr lang="ru-RU" sz="2400" dirty="0">
                <a:solidFill>
                  <a:schemeClr val="accent2">
                    <a:lumMod val="50000"/>
                  </a:schemeClr>
                </a:solidFill>
              </a:rPr>
              <a:t>Шифрование</a:t>
            </a:r>
            <a:endParaRPr lang="ru-RU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1" name="Текст 3">
            <a:extLst>
              <a:ext uri="{FF2B5EF4-FFF2-40B4-BE49-F238E27FC236}">
                <a16:creationId xmlns:a16="http://schemas.microsoft.com/office/drawing/2014/main" id="{40A7522D-5105-477B-8164-24B7785A8D4D}"/>
              </a:ext>
            </a:extLst>
          </p:cNvPr>
          <p:cNvSpPr txBox="1">
            <a:spLocks/>
          </p:cNvSpPr>
          <p:nvPr/>
        </p:nvSpPr>
        <p:spPr>
          <a:xfrm>
            <a:off x="3728396" y="2574891"/>
            <a:ext cx="2160746" cy="2861377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vert="horz" lIns="91440" tIns="219456" rIns="91440" bIns="45720" rtlCol="0" anchor="t">
            <a:noAutofit/>
          </a:bodyPr>
          <a:lstStyle>
            <a:lvl1pPr marL="0" indent="0" algn="ct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lang="ru-RU" sz="1500" b="0" kern="1200" cap="none">
                <a:solidFill>
                  <a:schemeClr val="accent6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lang="ru-RU" sz="1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lang="ru-RU" sz="9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lang="ru-RU" sz="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lang="ru-RU" sz="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dirty="0">
                <a:solidFill>
                  <a:schemeClr val="accent2">
                    <a:lumMod val="50000"/>
                  </a:schemeClr>
                </a:solidFill>
              </a:rPr>
              <a:t>Возможность получения данных у ограниченного, проверяемого круга лиц</a:t>
            </a:r>
          </a:p>
        </p:txBody>
      </p:sp>
      <p:sp>
        <p:nvSpPr>
          <p:cNvPr id="12" name="Текст 19">
            <a:extLst>
              <a:ext uri="{FF2B5EF4-FFF2-40B4-BE49-F238E27FC236}">
                <a16:creationId xmlns:a16="http://schemas.microsoft.com/office/drawing/2014/main" id="{108A072A-B0FB-49DA-9647-9C62A526D81B}"/>
              </a:ext>
            </a:extLst>
          </p:cNvPr>
          <p:cNvSpPr txBox="1">
            <a:spLocks/>
          </p:cNvSpPr>
          <p:nvPr/>
        </p:nvSpPr>
        <p:spPr>
          <a:xfrm>
            <a:off x="3728396" y="1712211"/>
            <a:ext cx="216074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4572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Tx/>
              <a:buNone/>
              <a:defRPr lang="ru-RU" sz="1800" b="1" i="0" kern="1200" cap="none">
                <a:solidFill>
                  <a:schemeClr val="accent6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dirty="0">
                <a:solidFill>
                  <a:schemeClr val="accent2">
                    <a:lumMod val="50000"/>
                  </a:schemeClr>
                </a:solidFill>
              </a:rPr>
              <a:t>Контроль доступа</a:t>
            </a:r>
            <a:endParaRPr lang="ru-RU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3" name="Текст 3">
            <a:extLst>
              <a:ext uri="{FF2B5EF4-FFF2-40B4-BE49-F238E27FC236}">
                <a16:creationId xmlns:a16="http://schemas.microsoft.com/office/drawing/2014/main" id="{F1E3EB95-F524-4FE9-91BB-F6D0C43D17D1}"/>
              </a:ext>
            </a:extLst>
          </p:cNvPr>
          <p:cNvSpPr txBox="1">
            <a:spLocks/>
          </p:cNvSpPr>
          <p:nvPr/>
        </p:nvSpPr>
        <p:spPr>
          <a:xfrm>
            <a:off x="6456818" y="2553368"/>
            <a:ext cx="2160746" cy="2861377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vert="horz" lIns="91440" tIns="219456" rIns="91440" bIns="45720" rtlCol="0" anchor="t">
            <a:noAutofit/>
          </a:bodyPr>
          <a:lstStyle>
            <a:lvl1pPr marL="0" indent="0" algn="ct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lang="ru-RU" sz="1500" b="0" kern="1200" cap="none">
                <a:solidFill>
                  <a:schemeClr val="accent6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lang="ru-RU" sz="1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lang="ru-RU" sz="9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lang="ru-RU" sz="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lang="ru-RU" sz="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dirty="0">
                <a:solidFill>
                  <a:schemeClr val="accent2">
                    <a:lumMod val="50000"/>
                  </a:schemeClr>
                </a:solidFill>
              </a:rPr>
              <a:t>Подозрительные запросы проверяются до момента возможного нанесения вреда</a:t>
            </a:r>
          </a:p>
        </p:txBody>
      </p:sp>
      <p:sp>
        <p:nvSpPr>
          <p:cNvPr id="14" name="Текст 19">
            <a:extLst>
              <a:ext uri="{FF2B5EF4-FFF2-40B4-BE49-F238E27FC236}">
                <a16:creationId xmlns:a16="http://schemas.microsoft.com/office/drawing/2014/main" id="{F9887A18-EA9E-4D64-A34E-93E0141DEC0B}"/>
              </a:ext>
            </a:extLst>
          </p:cNvPr>
          <p:cNvSpPr txBox="1">
            <a:spLocks/>
          </p:cNvSpPr>
          <p:nvPr/>
        </p:nvSpPr>
        <p:spPr>
          <a:xfrm>
            <a:off x="6456818" y="1690688"/>
            <a:ext cx="216074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4572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Tx/>
              <a:buNone/>
              <a:defRPr lang="ru-RU" sz="1800" b="1" i="0" kern="1200" cap="none">
                <a:solidFill>
                  <a:schemeClr val="accent6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dirty="0">
                <a:solidFill>
                  <a:schemeClr val="accent2">
                    <a:lumMod val="50000"/>
                  </a:schemeClr>
                </a:solidFill>
              </a:rPr>
              <a:t>Анализ трафика</a:t>
            </a:r>
            <a:endParaRPr lang="ru-RU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5" name="Текст 3">
            <a:extLst>
              <a:ext uri="{FF2B5EF4-FFF2-40B4-BE49-F238E27FC236}">
                <a16:creationId xmlns:a16="http://schemas.microsoft.com/office/drawing/2014/main" id="{3491A1B1-3693-454C-A3F2-D9BDA6D2F93C}"/>
              </a:ext>
            </a:extLst>
          </p:cNvPr>
          <p:cNvSpPr txBox="1">
            <a:spLocks/>
          </p:cNvSpPr>
          <p:nvPr/>
        </p:nvSpPr>
        <p:spPr>
          <a:xfrm>
            <a:off x="9042400" y="2553368"/>
            <a:ext cx="2311400" cy="2861377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vert="horz" lIns="91440" tIns="219456" rIns="91440" bIns="45720" rtlCol="0" anchor="t">
            <a:noAutofit/>
          </a:bodyPr>
          <a:lstStyle>
            <a:lvl1pPr marL="0" indent="0" algn="ct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lang="ru-RU" sz="1500" b="0" kern="1200" cap="none">
                <a:solidFill>
                  <a:schemeClr val="accent6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lang="ru-RU" sz="1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lang="ru-RU" sz="9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lang="ru-RU" sz="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lang="ru-RU" sz="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dirty="0">
                <a:solidFill>
                  <a:schemeClr val="accent3">
                    <a:lumMod val="50000"/>
                  </a:schemeClr>
                </a:solidFill>
                <a:effectLst/>
                <a:latin typeface="Garamond (Основной текст)"/>
                <a:ea typeface="Times New Roman" panose="02020603050405020304" pitchFamily="18" charset="0"/>
              </a:rPr>
              <a:t>Хранят зашифрованную информацию о пользователях во избежание утери или уничтожения</a:t>
            </a:r>
            <a:endParaRPr lang="ru-RU" sz="3200" dirty="0">
              <a:solidFill>
                <a:schemeClr val="accent3">
                  <a:lumMod val="50000"/>
                </a:schemeClr>
              </a:solidFill>
              <a:latin typeface="Garamond (Основной текст)"/>
            </a:endParaRPr>
          </a:p>
        </p:txBody>
      </p:sp>
      <p:sp>
        <p:nvSpPr>
          <p:cNvPr id="16" name="Текст 19">
            <a:extLst>
              <a:ext uri="{FF2B5EF4-FFF2-40B4-BE49-F238E27FC236}">
                <a16:creationId xmlns:a16="http://schemas.microsoft.com/office/drawing/2014/main" id="{822049ED-3263-4726-BCE3-C3E944C0AB7A}"/>
              </a:ext>
            </a:extLst>
          </p:cNvPr>
          <p:cNvSpPr txBox="1">
            <a:spLocks/>
          </p:cNvSpPr>
          <p:nvPr/>
        </p:nvSpPr>
        <p:spPr>
          <a:xfrm>
            <a:off x="9042400" y="1690688"/>
            <a:ext cx="2311400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4572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Tx/>
              <a:buNone/>
              <a:defRPr lang="ru-RU" sz="1800" b="1" i="0" kern="1200" cap="none">
                <a:solidFill>
                  <a:schemeClr val="accent6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dirty="0">
                <a:solidFill>
                  <a:schemeClr val="accent2">
                    <a:lumMod val="50000"/>
                  </a:schemeClr>
                </a:solidFill>
              </a:rPr>
              <a:t>Резервные базы данных</a:t>
            </a:r>
            <a:endParaRPr lang="ru-RU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4021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Заголовок 37">
            <a:extLst>
              <a:ext uri="{FF2B5EF4-FFF2-40B4-BE49-F238E27FC236}">
                <a16:creationId xmlns:a16="http://schemas.microsoft.com/office/drawing/2014/main" id="{478CB64C-71AF-6B72-8069-000DD2505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ru-RU"/>
            </a:defPPr>
          </a:lstStyle>
          <a:p>
            <a:r>
              <a:rPr lang="ru-RU" dirty="0">
                <a:solidFill>
                  <a:schemeClr val="accent3">
                    <a:lumMod val="50000"/>
                  </a:schemeClr>
                </a:solidFill>
              </a:rPr>
              <a:t>Модель жизненного цикла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285CADB7-2FD5-4EDE-A857-D013D69725FB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3000302" y="2929823"/>
            <a:ext cx="2195811" cy="2614634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sz="2000" b="0" dirty="0">
                <a:solidFill>
                  <a:schemeClr val="accent2">
                    <a:lumMod val="50000"/>
                  </a:schemeClr>
                </a:solidFill>
              </a:rPr>
              <a:t> Соблюдение сроков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dirty="0">
                <a:solidFill>
                  <a:schemeClr val="accent2">
                    <a:lumMod val="50000"/>
                  </a:schemeClr>
                </a:solidFill>
              </a:rPr>
              <a:t> Порядок этапов разработки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dirty="0">
                <a:solidFill>
                  <a:schemeClr val="accent2">
                    <a:lumMod val="50000"/>
                  </a:schemeClr>
                </a:solidFill>
              </a:rPr>
              <a:t> Количество промежуточных фаз</a:t>
            </a:r>
          </a:p>
          <a:p>
            <a:endParaRPr lang="ru-RU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D16452C9-C005-4CA2-9639-569B55982B35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3503" y="2067143"/>
            <a:ext cx="2195811" cy="2464293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dirty="0">
                <a:solidFill>
                  <a:schemeClr val="accent2">
                    <a:lumMod val="50000"/>
                  </a:schemeClr>
                </a:solidFill>
              </a:rPr>
              <a:t> Объем работ на небольшие части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dirty="0">
                <a:solidFill>
                  <a:schemeClr val="accent2">
                    <a:lumMod val="50000"/>
                  </a:schemeClr>
                </a:solidFill>
              </a:rPr>
              <a:t> Гибкие проектирование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dirty="0">
                <a:solidFill>
                  <a:schemeClr val="accent2">
                    <a:lumMod val="50000"/>
                  </a:schemeClr>
                </a:solidFill>
              </a:rPr>
              <a:t> Систематичность этапов</a:t>
            </a:r>
          </a:p>
        </p:txBody>
      </p:sp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53E609FC-F68A-47E9-9EBD-4536669330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6181" y="1484659"/>
            <a:ext cx="6047619" cy="42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2828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AAB9C-91EB-700A-3493-7CD7C11F7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D381815E-966E-E20F-78EC-DB7216C1B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370" y="532870"/>
            <a:ext cx="10838135" cy="786152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>
                <a:solidFill>
                  <a:schemeClr val="accent3">
                    <a:lumMod val="50000"/>
                  </a:schemeClr>
                </a:solidFill>
              </a:rPr>
              <a:t>Сроки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ED9C92B-06B7-4D9A-C412-82980D03FB25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>
          <a:xfrm>
            <a:off x="11194169" y="6489140"/>
            <a:ext cx="458592" cy="365125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altLang="zh-CN" dirty="0"/>
              <a:t>5/7</a:t>
            </a: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7041FD1C-8E66-4461-B7EF-7A904E8BCA80}"/>
              </a:ext>
            </a:extLst>
          </p:cNvPr>
          <p:cNvGraphicFramePr>
            <a:graphicFrameLocks noGrp="1"/>
          </p:cNvGraphicFramePr>
          <p:nvPr>
            <p:ph type="tbl" sz="quarter" idx="27"/>
            <p:extLst>
              <p:ext uri="{D42A27DB-BD31-4B8C-83A1-F6EECF244321}">
                <p14:modId xmlns:p14="http://schemas.microsoft.com/office/powerpoint/2010/main" val="1059027578"/>
              </p:ext>
            </p:extLst>
          </p:nvPr>
        </p:nvGraphicFramePr>
        <p:xfrm>
          <a:off x="720492" y="1224880"/>
          <a:ext cx="10838135" cy="4956909"/>
        </p:xfrm>
        <a:graphic>
          <a:graphicData uri="http://schemas.openxmlformats.org/drawingml/2006/table">
            <a:tbl>
              <a:tblPr/>
              <a:tblGrid>
                <a:gridCol w="2277172">
                  <a:extLst>
                    <a:ext uri="{9D8B030D-6E8A-4147-A177-3AD203B41FA5}">
                      <a16:colId xmlns:a16="http://schemas.microsoft.com/office/drawing/2014/main" val="1479203452"/>
                    </a:ext>
                  </a:extLst>
                </a:gridCol>
                <a:gridCol w="862565">
                  <a:extLst>
                    <a:ext uri="{9D8B030D-6E8A-4147-A177-3AD203B41FA5}">
                      <a16:colId xmlns:a16="http://schemas.microsoft.com/office/drawing/2014/main" val="1716534465"/>
                    </a:ext>
                  </a:extLst>
                </a:gridCol>
                <a:gridCol w="763370">
                  <a:extLst>
                    <a:ext uri="{9D8B030D-6E8A-4147-A177-3AD203B41FA5}">
                      <a16:colId xmlns:a16="http://schemas.microsoft.com/office/drawing/2014/main" val="1812860155"/>
                    </a:ext>
                  </a:extLst>
                </a:gridCol>
                <a:gridCol w="812925">
                  <a:extLst>
                    <a:ext uri="{9D8B030D-6E8A-4147-A177-3AD203B41FA5}">
                      <a16:colId xmlns:a16="http://schemas.microsoft.com/office/drawing/2014/main" val="3589406165"/>
                    </a:ext>
                  </a:extLst>
                </a:gridCol>
                <a:gridCol w="615141">
                  <a:extLst>
                    <a:ext uri="{9D8B030D-6E8A-4147-A177-3AD203B41FA5}">
                      <a16:colId xmlns:a16="http://schemas.microsoft.com/office/drawing/2014/main" val="1447174564"/>
                    </a:ext>
                  </a:extLst>
                </a:gridCol>
                <a:gridCol w="748146">
                  <a:extLst>
                    <a:ext uri="{9D8B030D-6E8A-4147-A177-3AD203B41FA5}">
                      <a16:colId xmlns:a16="http://schemas.microsoft.com/office/drawing/2014/main" val="387339671"/>
                    </a:ext>
                  </a:extLst>
                </a:gridCol>
                <a:gridCol w="681644">
                  <a:extLst>
                    <a:ext uri="{9D8B030D-6E8A-4147-A177-3AD203B41FA5}">
                      <a16:colId xmlns:a16="http://schemas.microsoft.com/office/drawing/2014/main" val="3048484059"/>
                    </a:ext>
                  </a:extLst>
                </a:gridCol>
                <a:gridCol w="698269">
                  <a:extLst>
                    <a:ext uri="{9D8B030D-6E8A-4147-A177-3AD203B41FA5}">
                      <a16:colId xmlns:a16="http://schemas.microsoft.com/office/drawing/2014/main" val="3497547702"/>
                    </a:ext>
                  </a:extLst>
                </a:gridCol>
                <a:gridCol w="698269">
                  <a:extLst>
                    <a:ext uri="{9D8B030D-6E8A-4147-A177-3AD203B41FA5}">
                      <a16:colId xmlns:a16="http://schemas.microsoft.com/office/drawing/2014/main" val="3473819744"/>
                    </a:ext>
                  </a:extLst>
                </a:gridCol>
                <a:gridCol w="701045">
                  <a:extLst>
                    <a:ext uri="{9D8B030D-6E8A-4147-A177-3AD203B41FA5}">
                      <a16:colId xmlns:a16="http://schemas.microsoft.com/office/drawing/2014/main" val="2881702940"/>
                    </a:ext>
                  </a:extLst>
                </a:gridCol>
                <a:gridCol w="659863">
                  <a:extLst>
                    <a:ext uri="{9D8B030D-6E8A-4147-A177-3AD203B41FA5}">
                      <a16:colId xmlns:a16="http://schemas.microsoft.com/office/drawing/2014/main" val="586417259"/>
                    </a:ext>
                  </a:extLst>
                </a:gridCol>
                <a:gridCol w="659863">
                  <a:extLst>
                    <a:ext uri="{9D8B030D-6E8A-4147-A177-3AD203B41FA5}">
                      <a16:colId xmlns:a16="http://schemas.microsoft.com/office/drawing/2014/main" val="1211579439"/>
                    </a:ext>
                  </a:extLst>
                </a:gridCol>
                <a:gridCol w="659863">
                  <a:extLst>
                    <a:ext uri="{9D8B030D-6E8A-4147-A177-3AD203B41FA5}">
                      <a16:colId xmlns:a16="http://schemas.microsoft.com/office/drawing/2014/main" val="288870894"/>
                    </a:ext>
                  </a:extLst>
                </a:gridCol>
              </a:tblGrid>
              <a:tr h="485976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Этапы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Дата начала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Дата конца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Октябрь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Ноябрь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Декабрь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Февраль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Март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Май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4913174"/>
                  </a:ext>
                </a:extLst>
              </a:tr>
              <a:tr h="26849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17.окт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10.ноя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18.ноя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05.дек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22.дек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02.фев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18.фев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10.мар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23.мар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18.май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1431205"/>
                  </a:ext>
                </a:extLst>
              </a:tr>
              <a:tr h="510141"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Анализ предметной области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17.10.26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17.10.26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D6E0EB"/>
                          </a:highlight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D6E0EB"/>
                          </a:highlight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D6E0EB"/>
                          </a:highlight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D6E0EB"/>
                          </a:highlight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D6E0EB"/>
                          </a:highlight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D6E0EB"/>
                          </a:highlight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D6E0EB"/>
                          </a:highlight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D6E0EB"/>
                          </a:highlight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D6E0EB"/>
                          </a:highlight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5258892"/>
                  </a:ext>
                </a:extLst>
              </a:tr>
              <a:tr h="550415"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Проектирование структуры организации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17.10.26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10.11.26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9347454"/>
                  </a:ext>
                </a:extLst>
              </a:tr>
              <a:tr h="577265"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Моделирование бизнес-процессов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18.11.26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18.11.26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6979539"/>
                  </a:ext>
                </a:extLst>
              </a:tr>
              <a:tr h="536990"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Разработка ИТ-инфраструктуры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18.11.26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18.11.26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6124260"/>
                  </a:ext>
                </a:extLst>
              </a:tr>
              <a:tr h="268495"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Создание ТЗ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5.12.26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5.12.26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9316447"/>
                  </a:ext>
                </a:extLst>
              </a:tr>
              <a:tr h="268495"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Разработка веб-сайта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22.12.26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2.2.26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3306196"/>
                  </a:ext>
                </a:extLst>
              </a:tr>
              <a:tr h="550415"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Составление методики тестирования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18.2.26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18.2.26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00FFFF"/>
                          </a:highlight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00FFFF"/>
                          </a:highlight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3748315"/>
                  </a:ext>
                </a:extLst>
              </a:tr>
              <a:tr h="443017"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Тестирование ПО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10.3.26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18.5.26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0616746"/>
                  </a:ext>
                </a:extLst>
              </a:tr>
              <a:tr h="389318"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Настройка и адаптация ПО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18.5.26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18.5.26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53515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91087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AAB9C-91EB-700A-3493-7CD7C11F7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D381815E-966E-E20F-78EC-DB7216C1B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709" y="413238"/>
            <a:ext cx="10838135" cy="786152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>
                <a:solidFill>
                  <a:schemeClr val="accent3">
                    <a:lumMod val="50000"/>
                  </a:schemeClr>
                </a:solidFill>
              </a:rPr>
              <a:t>Руководство оператора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ED9C92B-06B7-4D9A-C412-82980D03FB25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>
          <a:xfrm>
            <a:off x="11194169" y="6489140"/>
            <a:ext cx="458592" cy="365125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altLang="zh-CN" dirty="0"/>
              <a:t>5/7</a:t>
            </a:r>
          </a:p>
        </p:txBody>
      </p:sp>
      <p:sp>
        <p:nvSpPr>
          <p:cNvPr id="4" name="Таблица 3">
            <a:extLst>
              <a:ext uri="{FF2B5EF4-FFF2-40B4-BE49-F238E27FC236}">
                <a16:creationId xmlns:a16="http://schemas.microsoft.com/office/drawing/2014/main" id="{0D59F4F6-3EAC-4E5A-8E3B-A87BB3F64462}"/>
              </a:ext>
            </a:extLst>
          </p:cNvPr>
          <p:cNvSpPr>
            <a:spLocks noGrp="1"/>
          </p:cNvSpPr>
          <p:nvPr>
            <p:ph type="tbl" sz="quarter" idx="27"/>
          </p:nvPr>
        </p:nvSpPr>
        <p:spPr>
          <a:xfrm>
            <a:off x="720495" y="1632896"/>
            <a:ext cx="10889796" cy="4317856"/>
          </a:xfrm>
        </p:spPr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1C3540-523D-4510-B3FA-0E506BAF0F97}"/>
              </a:ext>
            </a:extLst>
          </p:cNvPr>
          <p:cNvSpPr txBox="1"/>
          <p:nvPr/>
        </p:nvSpPr>
        <p:spPr>
          <a:xfrm>
            <a:off x="720495" y="1632896"/>
            <a:ext cx="6101542" cy="253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ru-RU" sz="1800" dirty="0">
                <a:solidFill>
                  <a:srgbClr val="000000"/>
                </a:solidFill>
                <a:latin typeface="Arial Nova"/>
                <a:ea typeface="Calibri"/>
                <a:cs typeface="Calibri"/>
              </a:rPr>
              <a:t>ГОСТ Р ИСО/МЭК 12207-2010 «ПРОЦЕССЫ ЖИЗНЕННОГО ЦИКЛА ПРОГРАММНЫХ СРЕДСТВ»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ru-RU" sz="1800" dirty="0">
                <a:solidFill>
                  <a:srgbClr val="000000"/>
                </a:solidFill>
                <a:latin typeface="Arial Nova"/>
                <a:ea typeface="Calibri"/>
                <a:cs typeface="Times New Roman"/>
              </a:rPr>
              <a:t>ГОСТ 19.505-79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ru-RU" sz="1800" dirty="0">
                <a:solidFill>
                  <a:srgbClr val="000000"/>
                </a:solidFill>
                <a:latin typeface="Arial Nova"/>
                <a:ea typeface="Calibri"/>
                <a:cs typeface="Times New Roman"/>
              </a:rPr>
              <a:t>ГОСТ 19.106-78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ru-RU" sz="1800" dirty="0">
                <a:solidFill>
                  <a:srgbClr val="000000"/>
                </a:solidFill>
                <a:latin typeface="Arial Nova"/>
                <a:ea typeface="Calibri"/>
                <a:cs typeface="Times New Roman"/>
              </a:rPr>
              <a:t>ГОСТ 19.104-78</a:t>
            </a:r>
          </a:p>
        </p:txBody>
      </p:sp>
    </p:spTree>
    <p:extLst>
      <p:ext uri="{BB962C8B-B14F-4D97-AF65-F5344CB8AC3E}">
        <p14:creationId xmlns:p14="http://schemas.microsoft.com/office/powerpoint/2010/main" val="29087749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AAB9C-91EB-700A-3493-7CD7C11F7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D381815E-966E-E20F-78EC-DB7216C1B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709" y="413238"/>
            <a:ext cx="10838135" cy="786152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>
                <a:solidFill>
                  <a:schemeClr val="accent3">
                    <a:lumMod val="50000"/>
                  </a:schemeClr>
                </a:solidFill>
              </a:rPr>
              <a:t>Руководство оператора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ED9C92B-06B7-4D9A-C412-82980D03FB25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>
          <a:xfrm>
            <a:off x="11194169" y="6489140"/>
            <a:ext cx="458592" cy="365125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altLang="zh-CN" dirty="0"/>
              <a:t>5/7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268CF53-6DB9-4E56-9255-24B9C6E304D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2339" t="52722" r="51422" b="31009"/>
          <a:stretch/>
        </p:blipFill>
        <p:spPr>
          <a:xfrm>
            <a:off x="1345346" y="1542662"/>
            <a:ext cx="3935976" cy="221815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E04E93A-D501-4A25-A0D1-E6210E715632}"/>
              </a:ext>
            </a:extLst>
          </p:cNvPr>
          <p:cNvSpPr txBox="1"/>
          <p:nvPr/>
        </p:nvSpPr>
        <p:spPr>
          <a:xfrm>
            <a:off x="1127655" y="3886290"/>
            <a:ext cx="375038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49263"/>
            <a:r>
              <a:rPr lang="ru-RU" sz="2000" dirty="0"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При попытке зарегистрироваться с уже имеющимися данными почты/ номера телефона, на странице сайта будет отображено сообщение об ошибке </a:t>
            </a:r>
            <a:endParaRPr lang="ru-RU" sz="2000" dirty="0">
              <a:solidFill>
                <a:schemeClr val="accent3">
                  <a:lumMod val="50000"/>
                </a:schemeClr>
              </a:solidFill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861E6F8-D842-4746-8B85-93B6CFFED35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1715" t="53062" r="42417" b="31290"/>
          <a:stretch/>
        </p:blipFill>
        <p:spPr>
          <a:xfrm>
            <a:off x="6446340" y="1962789"/>
            <a:ext cx="3998933" cy="221815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BD3315A-C3A5-403E-8F31-84E5CD305E77}"/>
              </a:ext>
            </a:extLst>
          </p:cNvPr>
          <p:cNvSpPr txBox="1"/>
          <p:nvPr/>
        </p:nvSpPr>
        <p:spPr>
          <a:xfrm>
            <a:off x="5865768" y="4465685"/>
            <a:ext cx="419263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/>
            <a:r>
              <a:rPr lang="ru-RU" sz="2000" dirty="0"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При неправильном вводе логина и пароля на странице входа в систему, на странице </a:t>
            </a:r>
            <a:r>
              <a:rPr lang="ru-RU" sz="2400" dirty="0"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сайта</a:t>
            </a:r>
            <a:r>
              <a:rPr lang="ru-RU" sz="2000" dirty="0"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будет отображено сообщение об ошибке </a:t>
            </a:r>
            <a:endParaRPr lang="ru-RU" sz="2000" dirty="0">
              <a:solidFill>
                <a:schemeClr val="accent3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34591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4379BBF1-9BC2-6DCE-0154-887346987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373" y="503435"/>
            <a:ext cx="10889796" cy="747405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en-US" sz="4800" b="1" dirty="0">
                <a:solidFill>
                  <a:schemeClr val="accent3">
                    <a:lumMod val="75000"/>
                  </a:schemeClr>
                </a:solidFill>
              </a:rPr>
              <a:t>GUI</a:t>
            </a:r>
            <a:endParaRPr lang="ru-RU" sz="48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EA25C86-7BE3-4BC6-C0B8-7F7D7C3EC286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>
          <a:xfrm>
            <a:off x="11194169" y="6295412"/>
            <a:ext cx="458592" cy="365125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47FEACEE-25B4-4A2D-B147-27296E36371D}" type="slidenum">
              <a:rPr lang="ru-RU" altLang="zh-CN" smtClean="0"/>
              <a:pPr rtl="0"/>
              <a:t>8</a:t>
            </a:fld>
            <a:r>
              <a:rPr lang="ru-RU" altLang="zh-CN"/>
              <a:t>/7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0BE35D-DD84-4BDA-B65C-2468CB88C67A}"/>
              </a:ext>
            </a:extLst>
          </p:cNvPr>
          <p:cNvSpPr txBox="1"/>
          <p:nvPr/>
        </p:nvSpPr>
        <p:spPr>
          <a:xfrm>
            <a:off x="6887495" y="1411379"/>
            <a:ext cx="37903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 dirty="0"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Принцип простоты</a:t>
            </a:r>
            <a:endParaRPr lang="ru-RU" sz="28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0A34DD-8EFF-4142-B15F-BF3ABBA35665}"/>
              </a:ext>
            </a:extLst>
          </p:cNvPr>
          <p:cNvSpPr txBox="1"/>
          <p:nvPr/>
        </p:nvSpPr>
        <p:spPr>
          <a:xfrm>
            <a:off x="7182462" y="2463152"/>
            <a:ext cx="3495369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chemeClr val="accent3">
                    <a:lumMod val="50000"/>
                  </a:schemeClr>
                </a:solidFill>
              </a:rPr>
              <a:t>Наиболее распространённые операции должны выполняться максимально просто. При этом должны быть видимые ссылки на более сложные процедуры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2B3099F-4537-4C4E-9322-3957C40F46A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243" r="7880" b="4220"/>
          <a:stretch/>
        </p:blipFill>
        <p:spPr>
          <a:xfrm>
            <a:off x="1514169" y="1411379"/>
            <a:ext cx="5132438" cy="4265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783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4379BBF1-9BC2-6DCE-0154-887346987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373" y="503435"/>
            <a:ext cx="10889796" cy="747405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en-US" sz="4800" b="1" dirty="0">
                <a:solidFill>
                  <a:schemeClr val="accent3">
                    <a:lumMod val="75000"/>
                  </a:schemeClr>
                </a:solidFill>
              </a:rPr>
              <a:t>GUI</a:t>
            </a:r>
            <a:endParaRPr lang="ru-RU" sz="48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EA25C86-7BE3-4BC6-C0B8-7F7D7C3EC286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>
          <a:xfrm>
            <a:off x="11194169" y="6295412"/>
            <a:ext cx="458592" cy="365125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47FEACEE-25B4-4A2D-B147-27296E36371D}" type="slidenum">
              <a:rPr lang="ru-RU" altLang="zh-CN" smtClean="0"/>
              <a:pPr rtl="0"/>
              <a:t>9</a:t>
            </a:fld>
            <a:r>
              <a:rPr lang="ru-RU" altLang="zh-CN"/>
              <a:t>/7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0BE35D-DD84-4BDA-B65C-2468CB88C67A}"/>
              </a:ext>
            </a:extLst>
          </p:cNvPr>
          <p:cNvSpPr txBox="1"/>
          <p:nvPr/>
        </p:nvSpPr>
        <p:spPr>
          <a:xfrm>
            <a:off x="6563032" y="1411379"/>
            <a:ext cx="5089729" cy="530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>
              <a:lnSpc>
                <a:spcPct val="107000"/>
              </a:lnSpc>
              <a:spcAft>
                <a:spcPts val="800"/>
              </a:spcAft>
            </a:pPr>
            <a:r>
              <a:rPr lang="ru-RU" sz="2800" b="1" dirty="0"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Принцип структуризации</a:t>
            </a:r>
            <a:r>
              <a:rPr lang="ru-RU" sz="2800" dirty="0"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ru-RU" sz="2800" dirty="0">
              <a:solidFill>
                <a:schemeClr val="accent3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0A34DD-8EFF-4142-B15F-BF3ABBA35665}"/>
              </a:ext>
            </a:extLst>
          </p:cNvPr>
          <p:cNvSpPr txBox="1"/>
          <p:nvPr/>
        </p:nvSpPr>
        <p:spPr>
          <a:xfrm>
            <a:off x="6916991" y="2102512"/>
            <a:ext cx="4601499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Пользовательский интерфейс должен быть целесообразно структурирован. Близкие по смыслу, родственные его части должны быть связаны видимым образом, а независимые — разделены; похожие элементы должны выглядеть похоже, а непохожие — различаться</a:t>
            </a:r>
            <a:endParaRPr lang="ru-RU" sz="2400" dirty="0">
              <a:solidFill>
                <a:schemeClr val="accent3">
                  <a:lumMod val="50000"/>
                </a:schemeClr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1F2D8CD-747E-4024-B4CC-FF4C89E4D1E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780" b="19559"/>
          <a:stretch/>
        </p:blipFill>
        <p:spPr>
          <a:xfrm>
            <a:off x="1044930" y="1371949"/>
            <a:ext cx="5872061" cy="436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9988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4379BBF1-9BC2-6DCE-0154-887346987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373" y="503435"/>
            <a:ext cx="10889796" cy="747405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sz="4800" b="1" dirty="0">
                <a:solidFill>
                  <a:schemeClr val="accent3">
                    <a:lumMod val="75000"/>
                  </a:schemeClr>
                </a:solidFill>
              </a:rPr>
              <a:t>Уровни доступа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EA25C86-7BE3-4BC6-C0B8-7F7D7C3EC286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>
          <a:xfrm>
            <a:off x="11194169" y="6295412"/>
            <a:ext cx="458592" cy="365125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47FEACEE-25B4-4A2D-B147-27296E36371D}" type="slidenum">
              <a:rPr lang="ru-RU" altLang="zh-CN" smtClean="0"/>
              <a:pPr rtl="0"/>
              <a:t>10</a:t>
            </a:fld>
            <a:r>
              <a:rPr lang="ru-RU" altLang="zh-CN"/>
              <a:t>/7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0BE35D-DD84-4BDA-B65C-2468CB88C67A}"/>
              </a:ext>
            </a:extLst>
          </p:cNvPr>
          <p:cNvSpPr txBox="1"/>
          <p:nvPr/>
        </p:nvSpPr>
        <p:spPr>
          <a:xfrm>
            <a:off x="2426461" y="1641215"/>
            <a:ext cx="5089729" cy="530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>
              <a:lnSpc>
                <a:spcPct val="107000"/>
              </a:lnSpc>
              <a:spcAft>
                <a:spcPts val="800"/>
              </a:spcAft>
            </a:pPr>
            <a:r>
              <a:rPr lang="ru-RU" sz="2800" b="1" dirty="0"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Пользователи</a:t>
            </a:r>
            <a:endParaRPr lang="ru-RU" sz="2800" dirty="0">
              <a:solidFill>
                <a:schemeClr val="accent3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0A34DD-8EFF-4142-B15F-BF3ABBA35665}"/>
              </a:ext>
            </a:extLst>
          </p:cNvPr>
          <p:cNvSpPr txBox="1"/>
          <p:nvPr/>
        </p:nvSpPr>
        <p:spPr>
          <a:xfrm>
            <a:off x="8700460" y="2566110"/>
            <a:ext cx="203200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имеют полный доступ ко всем ресурсам сайта</a:t>
            </a:r>
            <a:endParaRPr lang="ru-RU" sz="28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33E2A0-7641-40D4-AE0B-13B4CCA5C8CD}"/>
              </a:ext>
            </a:extLst>
          </p:cNvPr>
          <p:cNvSpPr txBox="1"/>
          <p:nvPr/>
        </p:nvSpPr>
        <p:spPr>
          <a:xfrm>
            <a:off x="7646403" y="1621477"/>
            <a:ext cx="318576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chemeClr val="accent3">
                    <a:lumMod val="50000"/>
                  </a:schemeClr>
                </a:solidFill>
              </a:rPr>
              <a:t>Администраторы</a:t>
            </a:r>
            <a:endParaRPr lang="ru-RU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FCF94E-8B47-4E48-97AC-1F36C39F3AE1}"/>
              </a:ext>
            </a:extLst>
          </p:cNvPr>
          <p:cNvSpPr txBox="1"/>
          <p:nvPr/>
        </p:nvSpPr>
        <p:spPr>
          <a:xfrm>
            <a:off x="4971325" y="2545798"/>
            <a:ext cx="18977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chemeClr val="accent3">
                    <a:lumMod val="50000"/>
                  </a:schemeClr>
                </a:solidFill>
              </a:rPr>
              <a:t>Конечные</a:t>
            </a:r>
            <a:endParaRPr lang="ru-RU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93ECD1-AC42-44B5-838A-4B071EED7436}"/>
              </a:ext>
            </a:extLst>
          </p:cNvPr>
          <p:cNvSpPr txBox="1"/>
          <p:nvPr/>
        </p:nvSpPr>
        <p:spPr>
          <a:xfrm>
            <a:off x="1849639" y="2545798"/>
            <a:ext cx="22433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chemeClr val="accent3">
                    <a:lumMod val="50000"/>
                  </a:schemeClr>
                </a:solidFill>
              </a:rPr>
              <a:t>Рядовые</a:t>
            </a:r>
            <a:endParaRPr lang="ru-RU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A83C53-B7F8-41AC-852D-AB1140DAA06D}"/>
              </a:ext>
            </a:extLst>
          </p:cNvPr>
          <p:cNvSpPr txBox="1"/>
          <p:nvPr/>
        </p:nvSpPr>
        <p:spPr>
          <a:xfrm>
            <a:off x="1390687" y="3279159"/>
            <a:ext cx="265248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сотрудники, которые используют ресурсы корпоративных систем для выполнения рабочих задач</a:t>
            </a:r>
            <a:endParaRPr lang="ru-RU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4DF7FD-F1F8-4D0E-92F1-25208857FC31}"/>
              </a:ext>
            </a:extLst>
          </p:cNvPr>
          <p:cNvSpPr txBox="1"/>
          <p:nvPr/>
        </p:nvSpPr>
        <p:spPr>
          <a:xfrm>
            <a:off x="4405113" y="3279159"/>
            <a:ext cx="2652485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обычные пользователи, выполняют определённые задачи, просматривая контент и предоставляя данные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4265551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4379BBF1-9BC2-6DCE-0154-887346987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373" y="503435"/>
            <a:ext cx="10889796" cy="747405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>
                <a:solidFill>
                  <a:schemeClr val="accent3">
                    <a:lumMod val="50000"/>
                  </a:schemeClr>
                </a:solidFill>
              </a:rPr>
              <a:t>Тестирование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EA25C86-7BE3-4BC6-C0B8-7F7D7C3EC286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>
          <a:xfrm>
            <a:off x="11194169" y="6295412"/>
            <a:ext cx="458592" cy="365125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47FEACEE-25B4-4A2D-B147-27296E36371D}" type="slidenum">
              <a:rPr lang="ru-RU" altLang="zh-CN" smtClean="0"/>
              <a:pPr rtl="0"/>
              <a:t>11</a:t>
            </a:fld>
            <a:r>
              <a:rPr lang="ru-RU" altLang="zh-CN"/>
              <a:t>/7</a:t>
            </a:r>
          </a:p>
        </p:txBody>
      </p:sp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E41C78B7-A844-4271-968B-2BAF711DB8E9}"/>
              </a:ext>
            </a:extLst>
          </p:cNvPr>
          <p:cNvGraphicFramePr>
            <a:graphicFrameLocks noGrp="1"/>
          </p:cNvGraphicFramePr>
          <p:nvPr>
            <p:ph type="tbl" sz="quarter" idx="27"/>
            <p:extLst>
              <p:ext uri="{D42A27DB-BD31-4B8C-83A1-F6EECF244321}">
                <p14:modId xmlns:p14="http://schemas.microsoft.com/office/powerpoint/2010/main" val="2799516690"/>
              </p:ext>
            </p:extLst>
          </p:nvPr>
        </p:nvGraphicFramePr>
        <p:xfrm>
          <a:off x="997831" y="1250840"/>
          <a:ext cx="10473733" cy="5157211"/>
        </p:xfrm>
        <a:graphic>
          <a:graphicData uri="http://schemas.openxmlformats.org/drawingml/2006/table">
            <a:tbl>
              <a:tblPr firstRow="1" firstCol="1" bandRow="1"/>
              <a:tblGrid>
                <a:gridCol w="5236306">
                  <a:extLst>
                    <a:ext uri="{9D8B030D-6E8A-4147-A177-3AD203B41FA5}">
                      <a16:colId xmlns:a16="http://schemas.microsoft.com/office/drawing/2014/main" val="3271419399"/>
                    </a:ext>
                  </a:extLst>
                </a:gridCol>
                <a:gridCol w="5237427">
                  <a:extLst>
                    <a:ext uri="{9D8B030D-6E8A-4147-A177-3AD203B41FA5}">
                      <a16:colId xmlns:a16="http://schemas.microsoft.com/office/drawing/2014/main" val="3962372409"/>
                    </a:ext>
                  </a:extLst>
                </a:gridCol>
              </a:tblGrid>
              <a:tr h="21729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Действие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Ожидаемый результат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9240934"/>
                  </a:ext>
                </a:extLst>
              </a:tr>
              <a:tr h="217293"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+mj-lt"/>
                        <a:buAutoNum type="arabicPeriod"/>
                      </a:pPr>
                      <a:r>
                        <a:rPr lang="ru-RU" sz="18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Зайти на сайт КОП.</a:t>
                      </a:r>
                      <a:r>
                        <a:rPr lang="en-US" sz="18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ru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9591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Откроется главная страница сайта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8457850"/>
                  </a:ext>
                </a:extLst>
              </a:tr>
              <a:tr h="1390317">
                <a:tc>
                  <a:txBody>
                    <a:bodyPr/>
                    <a:lstStyle/>
                    <a:p>
                      <a:pPr marL="342900" lvl="0" indent="-34290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+mj-lt"/>
                        <a:buAutoNum type="arabicPeriod"/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Нажать на ссылку «Вход в систему» 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indent="-29591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Откроется страница «Регистрация для неавторизированных пользователей»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457200" indent="-29591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Все поля по умолчанию пусты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457200" indent="-29591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Кнопка «Войти» однотонно серая, нажать невозможно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626495"/>
                  </a:ext>
                </a:extLst>
              </a:tr>
              <a:tr h="2370450">
                <a:tc>
                  <a:txBody>
                    <a:bodyPr/>
                    <a:lstStyle/>
                    <a:p>
                      <a:pPr marL="342900" lvl="0" indent="-342900" algn="l">
                        <a:lnSpc>
                          <a:spcPct val="100000"/>
                        </a:lnSpc>
                        <a:spcAft>
                          <a:spcPts val="800"/>
                        </a:spcAft>
                        <a:buFont typeface="+mj-lt"/>
                        <a:buAutoNum type="arabicPeriod"/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Заполнить поля формы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685800" algn="l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Электронная почта =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bsw</a:t>
                      </a: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(….)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urg</a:t>
                      </a: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@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bvd</a:t>
                      </a: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sfv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685800" algn="l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Пароль = </a:t>
                      </a:r>
                      <a:r>
                        <a:rPr lang="ru-RU" sz="18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dbsdbvsdvusvb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685800" algn="l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Повтор пароля = </a:t>
                      </a:r>
                      <a:r>
                        <a:rPr lang="ru-RU" sz="18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dbsdbvsdvusvb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685800" algn="l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«Я осознаю и принимаю что при создании аккаунта, привязанному к не корпоративной почте, действия на сайте будут ограничены»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85800" indent="-29591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Кнопка «Зарегистрироваться» - активна, становиться объемной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3659006"/>
                  </a:ext>
                </a:extLst>
              </a:tr>
              <a:tr h="445831">
                <a:tc>
                  <a:txBody>
                    <a:bodyPr/>
                    <a:lstStyle/>
                    <a:p>
                      <a:pPr marL="342900" lvl="0" indent="-34290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+mj-lt"/>
                        <a:buAutoNum type="arabicPeriod"/>
                      </a:pPr>
                      <a:r>
                        <a:rPr lang="ru-RU" sz="18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Нажать кнопку «Зарегистрироваться» 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65125" indent="-29527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Откроется страница «Личный кабинет пользователя».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0374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24142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4379BBF1-9BC2-6DCE-0154-887346987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373" y="503435"/>
            <a:ext cx="10889796" cy="747405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>
                <a:solidFill>
                  <a:schemeClr val="accent3">
                    <a:lumMod val="50000"/>
                  </a:schemeClr>
                </a:solidFill>
              </a:rPr>
              <a:t>Тестирование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EA25C86-7BE3-4BC6-C0B8-7F7D7C3EC286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>
          <a:xfrm>
            <a:off x="11194169" y="6295412"/>
            <a:ext cx="458592" cy="365125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47FEACEE-25B4-4A2D-B147-27296E36371D}" type="slidenum">
              <a:rPr lang="ru-RU" altLang="zh-CN" smtClean="0"/>
              <a:pPr rtl="0"/>
              <a:t>12</a:t>
            </a:fld>
            <a:r>
              <a:rPr lang="ru-RU" altLang="zh-CN"/>
              <a:t>/7</a:t>
            </a:r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69AEFE92-1BC8-4346-B40F-0B3038D0778F}"/>
              </a:ext>
            </a:extLst>
          </p:cNvPr>
          <p:cNvGraphicFramePr>
            <a:graphicFrameLocks noGrp="1"/>
          </p:cNvGraphicFramePr>
          <p:nvPr>
            <p:ph type="tbl" sz="quarter" idx="27"/>
            <p:extLst>
              <p:ext uri="{D42A27DB-BD31-4B8C-83A1-F6EECF244321}">
                <p14:modId xmlns:p14="http://schemas.microsoft.com/office/powerpoint/2010/main" val="3655513778"/>
              </p:ext>
            </p:extLst>
          </p:nvPr>
        </p:nvGraphicFramePr>
        <p:xfrm>
          <a:off x="997831" y="1250840"/>
          <a:ext cx="10373980" cy="5100084"/>
        </p:xfrm>
        <a:graphic>
          <a:graphicData uri="http://schemas.openxmlformats.org/drawingml/2006/table">
            <a:tbl>
              <a:tblPr firstRow="1" firstCol="1" bandRow="1"/>
              <a:tblGrid>
                <a:gridCol w="4937456">
                  <a:extLst>
                    <a:ext uri="{9D8B030D-6E8A-4147-A177-3AD203B41FA5}">
                      <a16:colId xmlns:a16="http://schemas.microsoft.com/office/drawing/2014/main" val="238428038"/>
                    </a:ext>
                  </a:extLst>
                </a:gridCol>
                <a:gridCol w="5436524">
                  <a:extLst>
                    <a:ext uri="{9D8B030D-6E8A-4147-A177-3AD203B41FA5}">
                      <a16:colId xmlns:a16="http://schemas.microsoft.com/office/drawing/2014/main" val="1893404142"/>
                    </a:ext>
                  </a:extLst>
                </a:gridCol>
              </a:tblGrid>
              <a:tr h="255999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Действие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287" marR="6528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Ожидаемый результат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287" marR="6528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6059801"/>
                  </a:ext>
                </a:extLst>
              </a:tr>
              <a:tr h="255999">
                <a:tc>
                  <a:txBody>
                    <a:bodyPr/>
                    <a:lstStyle/>
                    <a:p>
                      <a:pPr marL="342900" lvl="0" indent="-34290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+mj-lt"/>
                        <a:buAutoNum type="arabicPeriod"/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Зайти на сайт КОП.</a:t>
                      </a: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ru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287" marR="6528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9591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Откроется главная страница сайта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287" marR="6528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5132797"/>
                  </a:ext>
                </a:extLst>
              </a:tr>
              <a:tr h="1319031">
                <a:tc>
                  <a:txBody>
                    <a:bodyPr/>
                    <a:lstStyle/>
                    <a:p>
                      <a:pPr marL="342900" lvl="0" indent="-342900" algn="l">
                        <a:lnSpc>
                          <a:spcPct val="90000"/>
                        </a:lnSpc>
                        <a:spcAft>
                          <a:spcPts val="800"/>
                        </a:spcAft>
                        <a:buFont typeface="+mj-lt"/>
                        <a:buAutoNum type="arabicPeriod"/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Нажать на ссылку «Вход в систему» 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287" marR="6528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indent="-295910" algn="l">
                        <a:lnSpc>
                          <a:spcPct val="90000"/>
                        </a:lnSpc>
                        <a:spcAft>
                          <a:spcPts val="800"/>
                        </a:spcAft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Откроется страница «Регистрация для неавторизированных пользователей»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457200" indent="-295910" algn="l">
                        <a:lnSpc>
                          <a:spcPct val="90000"/>
                        </a:lnSpc>
                        <a:spcAft>
                          <a:spcPts val="800"/>
                        </a:spcAft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Все поля по умолчанию пусты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457200" indent="-295910" algn="l">
                        <a:lnSpc>
                          <a:spcPct val="90000"/>
                        </a:lnSpc>
                        <a:spcAft>
                          <a:spcPts val="800"/>
                        </a:spcAft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Кнопка «Войти» не активна (Однотонно серая, нажать невозможно)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287" marR="6528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5656195"/>
                  </a:ext>
                </a:extLst>
              </a:tr>
              <a:tr h="2185025">
                <a:tc>
                  <a:txBody>
                    <a:bodyPr/>
                    <a:lstStyle/>
                    <a:p>
                      <a:pPr marL="342900" lvl="0" indent="-342900" algn="l">
                        <a:lnSpc>
                          <a:spcPct val="90000"/>
                        </a:lnSpc>
                        <a:spcAft>
                          <a:spcPts val="800"/>
                        </a:spcAft>
                        <a:buFont typeface="+mj-lt"/>
                        <a:buAutoNum type="arabicPeriod"/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Заполнить поля формы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643890" algn="l">
                        <a:lnSpc>
                          <a:spcPct val="90000"/>
                        </a:lnSpc>
                        <a:spcAft>
                          <a:spcPts val="800"/>
                        </a:spcAft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Электронная почта =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adsada</a:t>
                      </a: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(….)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das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dasdasdasasdsa</a:t>
                      </a: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@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ds</a:t>
                      </a: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sas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685800" algn="l">
                        <a:lnSpc>
                          <a:spcPct val="90000"/>
                        </a:lnSpc>
                        <a:spcAft>
                          <a:spcPts val="800"/>
                        </a:spcAft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Пароль = </a:t>
                      </a:r>
                      <a:r>
                        <a:rPr lang="ru-RU" sz="16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dbsdbsdvusvb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685800" algn="l">
                        <a:lnSpc>
                          <a:spcPct val="90000"/>
                        </a:lnSpc>
                        <a:spcAft>
                          <a:spcPts val="800"/>
                        </a:spcAft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Повтор пароля = </a:t>
                      </a:r>
                      <a:r>
                        <a:rPr lang="ru-RU" sz="16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dbsdbsdvusvb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685800" algn="l">
                        <a:lnSpc>
                          <a:spcPct val="90000"/>
                        </a:lnSpc>
                        <a:spcAft>
                          <a:spcPts val="800"/>
                        </a:spcAft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Я осознаю и принимаю что при создании аккаунта, привязанному к не корпоративной почте, действия на сайте будут ограничены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287" marR="6528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85800" indent="-29591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Введенные символы обрежутся до 254 в строке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685800" indent="-29591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Кнопка «Зарегистрироваться» - активна, становиться объемной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287" marR="6528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5895114"/>
                  </a:ext>
                </a:extLst>
              </a:tr>
              <a:tr h="1084030">
                <a:tc>
                  <a:txBody>
                    <a:bodyPr/>
                    <a:lstStyle/>
                    <a:p>
                      <a:pPr marL="342900" lvl="0" indent="-34290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+mj-lt"/>
                        <a:buAutoNum type="arabicPeriod"/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Нажать кнопку «Зарегистрироваться» в нижней части формы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287" marR="6528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indent="-52451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Новый пользователь не создан - проверить в БД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457200" indent="-52451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Сообщение «Ошибка входа в систему»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914400" indent="-29591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Поле «Электронная почта» подсвечено красным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287" marR="6528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53141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8947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4379BBF1-9BC2-6DCE-0154-887346987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373" y="503435"/>
            <a:ext cx="10889796" cy="747405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>
                <a:solidFill>
                  <a:schemeClr val="accent3">
                    <a:lumMod val="50000"/>
                  </a:schemeClr>
                </a:solidFill>
              </a:rPr>
              <a:t>Тестовое покрытие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EA25C86-7BE3-4BC6-C0B8-7F7D7C3EC286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>
          <a:xfrm>
            <a:off x="11194169" y="6295412"/>
            <a:ext cx="458592" cy="365125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47FEACEE-25B4-4A2D-B147-27296E36371D}" type="slidenum">
              <a:rPr lang="ru-RU" altLang="zh-CN" smtClean="0"/>
              <a:pPr rtl="0"/>
              <a:t>13</a:t>
            </a:fld>
            <a:r>
              <a:rPr lang="ru-RU" altLang="zh-CN"/>
              <a:t>/7</a:t>
            </a: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926B67A3-F1BC-4FE4-8268-BB357B9A37FF}"/>
              </a:ext>
            </a:extLst>
          </p:cNvPr>
          <p:cNvGraphicFramePr>
            <a:graphicFrameLocks noGrp="1"/>
          </p:cNvGraphicFramePr>
          <p:nvPr>
            <p:ph type="tbl" sz="quarter" idx="27"/>
            <p:extLst>
              <p:ext uri="{D42A27DB-BD31-4B8C-83A1-F6EECF244321}">
                <p14:modId xmlns:p14="http://schemas.microsoft.com/office/powerpoint/2010/main" val="147444706"/>
              </p:ext>
            </p:extLst>
          </p:nvPr>
        </p:nvGraphicFramePr>
        <p:xfrm>
          <a:off x="650875" y="1479906"/>
          <a:ext cx="10890249" cy="2338576"/>
        </p:xfrm>
        <a:graphic>
          <a:graphicData uri="http://schemas.openxmlformats.org/drawingml/2006/table">
            <a:tbl>
              <a:tblPr/>
              <a:tblGrid>
                <a:gridCol w="573171">
                  <a:extLst>
                    <a:ext uri="{9D8B030D-6E8A-4147-A177-3AD203B41FA5}">
                      <a16:colId xmlns:a16="http://schemas.microsoft.com/office/drawing/2014/main" val="299157062"/>
                    </a:ext>
                  </a:extLst>
                </a:gridCol>
                <a:gridCol w="573171">
                  <a:extLst>
                    <a:ext uri="{9D8B030D-6E8A-4147-A177-3AD203B41FA5}">
                      <a16:colId xmlns:a16="http://schemas.microsoft.com/office/drawing/2014/main" val="2688465025"/>
                    </a:ext>
                  </a:extLst>
                </a:gridCol>
                <a:gridCol w="573171">
                  <a:extLst>
                    <a:ext uri="{9D8B030D-6E8A-4147-A177-3AD203B41FA5}">
                      <a16:colId xmlns:a16="http://schemas.microsoft.com/office/drawing/2014/main" val="172015439"/>
                    </a:ext>
                  </a:extLst>
                </a:gridCol>
                <a:gridCol w="573171">
                  <a:extLst>
                    <a:ext uri="{9D8B030D-6E8A-4147-A177-3AD203B41FA5}">
                      <a16:colId xmlns:a16="http://schemas.microsoft.com/office/drawing/2014/main" val="911275929"/>
                    </a:ext>
                  </a:extLst>
                </a:gridCol>
                <a:gridCol w="573171">
                  <a:extLst>
                    <a:ext uri="{9D8B030D-6E8A-4147-A177-3AD203B41FA5}">
                      <a16:colId xmlns:a16="http://schemas.microsoft.com/office/drawing/2014/main" val="565016569"/>
                    </a:ext>
                  </a:extLst>
                </a:gridCol>
                <a:gridCol w="573171">
                  <a:extLst>
                    <a:ext uri="{9D8B030D-6E8A-4147-A177-3AD203B41FA5}">
                      <a16:colId xmlns:a16="http://schemas.microsoft.com/office/drawing/2014/main" val="770302651"/>
                    </a:ext>
                  </a:extLst>
                </a:gridCol>
                <a:gridCol w="573171">
                  <a:extLst>
                    <a:ext uri="{9D8B030D-6E8A-4147-A177-3AD203B41FA5}">
                      <a16:colId xmlns:a16="http://schemas.microsoft.com/office/drawing/2014/main" val="2395396131"/>
                    </a:ext>
                  </a:extLst>
                </a:gridCol>
                <a:gridCol w="573171">
                  <a:extLst>
                    <a:ext uri="{9D8B030D-6E8A-4147-A177-3AD203B41FA5}">
                      <a16:colId xmlns:a16="http://schemas.microsoft.com/office/drawing/2014/main" val="214914166"/>
                    </a:ext>
                  </a:extLst>
                </a:gridCol>
                <a:gridCol w="573171">
                  <a:extLst>
                    <a:ext uri="{9D8B030D-6E8A-4147-A177-3AD203B41FA5}">
                      <a16:colId xmlns:a16="http://schemas.microsoft.com/office/drawing/2014/main" val="1365561"/>
                    </a:ext>
                  </a:extLst>
                </a:gridCol>
                <a:gridCol w="573171">
                  <a:extLst>
                    <a:ext uri="{9D8B030D-6E8A-4147-A177-3AD203B41FA5}">
                      <a16:colId xmlns:a16="http://schemas.microsoft.com/office/drawing/2014/main" val="3839647852"/>
                    </a:ext>
                  </a:extLst>
                </a:gridCol>
                <a:gridCol w="573171">
                  <a:extLst>
                    <a:ext uri="{9D8B030D-6E8A-4147-A177-3AD203B41FA5}">
                      <a16:colId xmlns:a16="http://schemas.microsoft.com/office/drawing/2014/main" val="179709872"/>
                    </a:ext>
                  </a:extLst>
                </a:gridCol>
                <a:gridCol w="573171">
                  <a:extLst>
                    <a:ext uri="{9D8B030D-6E8A-4147-A177-3AD203B41FA5}">
                      <a16:colId xmlns:a16="http://schemas.microsoft.com/office/drawing/2014/main" val="2854005598"/>
                    </a:ext>
                  </a:extLst>
                </a:gridCol>
                <a:gridCol w="573171">
                  <a:extLst>
                    <a:ext uri="{9D8B030D-6E8A-4147-A177-3AD203B41FA5}">
                      <a16:colId xmlns:a16="http://schemas.microsoft.com/office/drawing/2014/main" val="1032591702"/>
                    </a:ext>
                  </a:extLst>
                </a:gridCol>
                <a:gridCol w="573171">
                  <a:extLst>
                    <a:ext uri="{9D8B030D-6E8A-4147-A177-3AD203B41FA5}">
                      <a16:colId xmlns:a16="http://schemas.microsoft.com/office/drawing/2014/main" val="4162244296"/>
                    </a:ext>
                  </a:extLst>
                </a:gridCol>
                <a:gridCol w="573171">
                  <a:extLst>
                    <a:ext uri="{9D8B030D-6E8A-4147-A177-3AD203B41FA5}">
                      <a16:colId xmlns:a16="http://schemas.microsoft.com/office/drawing/2014/main" val="3398969656"/>
                    </a:ext>
                  </a:extLst>
                </a:gridCol>
                <a:gridCol w="573171">
                  <a:extLst>
                    <a:ext uri="{9D8B030D-6E8A-4147-A177-3AD203B41FA5}">
                      <a16:colId xmlns:a16="http://schemas.microsoft.com/office/drawing/2014/main" val="1758494334"/>
                    </a:ext>
                  </a:extLst>
                </a:gridCol>
                <a:gridCol w="573171">
                  <a:extLst>
                    <a:ext uri="{9D8B030D-6E8A-4147-A177-3AD203B41FA5}">
                      <a16:colId xmlns:a16="http://schemas.microsoft.com/office/drawing/2014/main" val="170319790"/>
                    </a:ext>
                  </a:extLst>
                </a:gridCol>
                <a:gridCol w="573171">
                  <a:extLst>
                    <a:ext uri="{9D8B030D-6E8A-4147-A177-3AD203B41FA5}">
                      <a16:colId xmlns:a16="http://schemas.microsoft.com/office/drawing/2014/main" val="1091613465"/>
                    </a:ext>
                  </a:extLst>
                </a:gridCol>
                <a:gridCol w="573171">
                  <a:extLst>
                    <a:ext uri="{9D8B030D-6E8A-4147-A177-3AD203B41FA5}">
                      <a16:colId xmlns:a16="http://schemas.microsoft.com/office/drawing/2014/main" val="2558635465"/>
                    </a:ext>
                  </a:extLst>
                </a:gridCol>
              </a:tblGrid>
              <a:tr h="303149"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6" marR="8956" marT="8956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линки</a:t>
                      </a:r>
                    </a:p>
                  </a:txBody>
                  <a:tcPr marL="8956" marR="8956" marT="8956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почта</a:t>
                      </a:r>
                    </a:p>
                  </a:txBody>
                  <a:tcPr marL="8956" marR="8956" marT="8956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пароль</a:t>
                      </a:r>
                    </a:p>
                  </a:txBody>
                  <a:tcPr marL="8956" marR="8956" marT="8956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повтор пароля</a:t>
                      </a:r>
                    </a:p>
                  </a:txBody>
                  <a:tcPr marL="8956" marR="8956" marT="8956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кнопка</a:t>
                      </a:r>
                    </a:p>
                  </a:txBody>
                  <a:tcPr marL="8956" marR="8956" marT="8956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4548308"/>
                  </a:ext>
                </a:extLst>
              </a:tr>
              <a:tr h="303149"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6" marR="8956" marT="8956" marB="0" anchor="b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8956" marR="8956" marT="8956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8956" marR="8956" marT="8956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8956" marR="8956" marT="8956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8956" marR="8956" marT="8956" marB="0" anchor="ctr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8956" marR="8956" marT="8956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8956" marR="8956" marT="8956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8956" marR="8956" marT="8956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8956" marR="8956" marT="8956" marB="0" anchor="ctr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8956" marR="8956" marT="8956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8956" marR="8956" marT="8956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8956" marR="8956" marT="8956" marB="0" anchor="ctr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8956" marR="8956" marT="8956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8956" marR="8956" marT="8956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8956" marR="8956" marT="8956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8956" marR="8956" marT="8956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8956" marR="8956" marT="8956" marB="0" anchor="ctr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8956" marR="8956" marT="8956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8956" marR="8956" marT="8956" marB="0" anchor="ctr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6784169"/>
                  </a:ext>
                </a:extLst>
              </a:tr>
              <a:tr h="288713"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ТК 1</a:t>
                      </a:r>
                    </a:p>
                  </a:txBody>
                  <a:tcPr marL="8956" marR="8956" marT="89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6" marR="8956" marT="8956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8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6" marR="8956" marT="89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8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6" marR="8956" marT="89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8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6" marR="8956" marT="89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8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6" marR="8956" marT="8956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8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6" marR="8956" marT="89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6" marR="8956" marT="89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8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6" marR="8956" marT="89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6" marR="8956" marT="8956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8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6" marR="8956" marT="89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6" marR="8956" marT="89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6" marR="8956" marT="8956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8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6" marR="8956" marT="89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6" marR="8956" marT="89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8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6" marR="8956" marT="89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6" marR="8956" marT="89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6" marR="8956" marT="8956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6" marR="8956" marT="89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9310104"/>
                  </a:ext>
                </a:extLst>
              </a:tr>
              <a:tr h="288713"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ТК 2</a:t>
                      </a:r>
                    </a:p>
                  </a:txBody>
                  <a:tcPr marL="8956" marR="8956" marT="89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6" marR="8956" marT="8956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8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6" marR="8956" marT="89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8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6" marR="8956" marT="89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8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6" marR="8956" marT="89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8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6" marR="8956" marT="8956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8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6" marR="8956" marT="89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6" marR="8956" marT="89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8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6" marR="8956" marT="89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8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6" marR="8956" marT="8956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8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6" marR="8956" marT="89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6" marR="8956" marT="89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8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6" marR="8956" marT="8956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8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6" marR="8956" marT="89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6" marR="8956" marT="89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8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6" marR="8956" marT="89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6" marR="8956" marT="89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6" marR="8956" marT="8956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6" marR="8956" marT="89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7782342"/>
                  </a:ext>
                </a:extLst>
              </a:tr>
              <a:tr h="288713"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ТК 3</a:t>
                      </a:r>
                    </a:p>
                  </a:txBody>
                  <a:tcPr marL="8956" marR="8956" marT="89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6" marR="8956" marT="8956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8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6" marR="8956" marT="89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8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6" marR="8956" marT="89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8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6" marR="8956" marT="89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8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6" marR="8956" marT="8956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8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6" marR="8956" marT="89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6" marR="8956" marT="89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8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6" marR="8956" marT="89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6" marR="8956" marT="8956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8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6" marR="8956" marT="89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6" marR="8956" marT="89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6" marR="8956" marT="8956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8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6" marR="8956" marT="89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6" marR="8956" marT="89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6" marR="8956" marT="89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8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6" marR="8956" marT="89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6" marR="8956" marT="8956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6" marR="8956" marT="89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3595838"/>
                  </a:ext>
                </a:extLst>
              </a:tr>
              <a:tr h="288713"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ТК 4</a:t>
                      </a:r>
                    </a:p>
                  </a:txBody>
                  <a:tcPr marL="8956" marR="8956" marT="89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6" marR="8956" marT="8956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8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6" marR="8956" marT="89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8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6" marR="8956" marT="89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8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6" marR="8956" marT="89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8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6" marR="8956" marT="8956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8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6" marR="8956" marT="89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6" marR="8956" marT="89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8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6" marR="8956" marT="89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8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6" marR="8956" marT="8956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8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6" marR="8956" marT="89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6" marR="8956" marT="89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6" marR="8956" marT="8956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8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6" marR="8956" marT="89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6" marR="8956" marT="89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8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6" marR="8956" marT="89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6" marR="8956" marT="89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6" marR="8956" marT="8956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6" marR="8956" marT="89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9674043"/>
                  </a:ext>
                </a:extLst>
              </a:tr>
              <a:tr h="288713"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ТК 5</a:t>
                      </a:r>
                    </a:p>
                  </a:txBody>
                  <a:tcPr marL="8956" marR="8956" marT="89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6" marR="8956" marT="8956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8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6" marR="8956" marT="89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8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6" marR="8956" marT="89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8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6" marR="8956" marT="89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8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6" marR="8956" marT="8956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8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6" marR="8956" marT="89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6" marR="8956" marT="89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8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6" marR="8956" marT="89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6" marR="8956" marT="8956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8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6" marR="8956" marT="89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6" marR="8956" marT="89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6" marR="8956" marT="8956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8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6" marR="8956" marT="89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6" marR="8956" marT="89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8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6" marR="8956" marT="89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6" marR="8956" marT="89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6" marR="8956" marT="8956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6" marR="8956" marT="89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2563027"/>
                  </a:ext>
                </a:extLst>
              </a:tr>
              <a:tr h="288713"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ТК 6</a:t>
                      </a:r>
                    </a:p>
                  </a:txBody>
                  <a:tcPr marL="8956" marR="8956" marT="89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6" marR="8956" marT="8956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8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6" marR="8956" marT="89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8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6" marR="8956" marT="89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8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6" marR="8956" marT="89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8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6" marR="8956" marT="8956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8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6" marR="8956" marT="89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6" marR="8956" marT="89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6" marR="8956" marT="89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8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6" marR="8956" marT="8956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8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6" marR="8956" marT="89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6" marR="8956" marT="89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6" marR="8956" marT="8956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8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6" marR="8956" marT="89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6" marR="8956" marT="89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8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6" marR="8956" marT="89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8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6" marR="8956" marT="89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6" marR="8956" marT="8956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956" marR="8956" marT="895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330046"/>
                  </a:ext>
                </a:extLst>
              </a:tr>
            </a:tbl>
          </a:graphicData>
        </a:graphic>
      </p:graphicFrame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A6F7EF5E-9BE2-41A2-8088-4C9A7A7C37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3435366"/>
              </p:ext>
            </p:extLst>
          </p:nvPr>
        </p:nvGraphicFramePr>
        <p:xfrm>
          <a:off x="1318951" y="3893278"/>
          <a:ext cx="3336176" cy="2338576"/>
        </p:xfrm>
        <a:graphic>
          <a:graphicData uri="http://schemas.openxmlformats.org/drawingml/2006/table">
            <a:tbl>
              <a:tblPr/>
              <a:tblGrid>
                <a:gridCol w="834044">
                  <a:extLst>
                    <a:ext uri="{9D8B030D-6E8A-4147-A177-3AD203B41FA5}">
                      <a16:colId xmlns:a16="http://schemas.microsoft.com/office/drawing/2014/main" val="3060800196"/>
                    </a:ext>
                  </a:extLst>
                </a:gridCol>
                <a:gridCol w="834044">
                  <a:extLst>
                    <a:ext uri="{9D8B030D-6E8A-4147-A177-3AD203B41FA5}">
                      <a16:colId xmlns:a16="http://schemas.microsoft.com/office/drawing/2014/main" val="3964334345"/>
                    </a:ext>
                  </a:extLst>
                </a:gridCol>
                <a:gridCol w="834044">
                  <a:extLst>
                    <a:ext uri="{9D8B030D-6E8A-4147-A177-3AD203B41FA5}">
                      <a16:colId xmlns:a16="http://schemas.microsoft.com/office/drawing/2014/main" val="1782897151"/>
                    </a:ext>
                  </a:extLst>
                </a:gridCol>
                <a:gridCol w="834044">
                  <a:extLst>
                    <a:ext uri="{9D8B030D-6E8A-4147-A177-3AD203B41FA5}">
                      <a16:colId xmlns:a16="http://schemas.microsoft.com/office/drawing/2014/main" val="2967184886"/>
                    </a:ext>
                  </a:extLst>
                </a:gridCol>
              </a:tblGrid>
              <a:tr h="303149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галочка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линк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3296331"/>
                  </a:ext>
                </a:extLst>
              </a:tr>
              <a:tr h="303149"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8876804"/>
                  </a:ext>
                </a:extLst>
              </a:tr>
              <a:tr h="288713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8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076317"/>
                  </a:ext>
                </a:extLst>
              </a:tr>
              <a:tr h="288713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8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908797"/>
                  </a:ext>
                </a:extLst>
              </a:tr>
              <a:tr h="288713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8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8939877"/>
                  </a:ext>
                </a:extLst>
              </a:tr>
              <a:tr h="288713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8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552468"/>
                  </a:ext>
                </a:extLst>
              </a:tr>
              <a:tr h="288713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8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3673348"/>
                  </a:ext>
                </a:extLst>
              </a:tr>
              <a:tr h="288713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8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5411154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67A9720D-A825-43DC-9F28-259133E3E2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7870091"/>
              </p:ext>
            </p:extLst>
          </p:nvPr>
        </p:nvGraphicFramePr>
        <p:xfrm>
          <a:off x="5026429" y="4063394"/>
          <a:ext cx="4932219" cy="2168459"/>
        </p:xfrm>
        <a:graphic>
          <a:graphicData uri="http://schemas.openxmlformats.org/drawingml/2006/table">
            <a:tbl>
              <a:tblPr/>
              <a:tblGrid>
                <a:gridCol w="704603">
                  <a:extLst>
                    <a:ext uri="{9D8B030D-6E8A-4147-A177-3AD203B41FA5}">
                      <a16:colId xmlns:a16="http://schemas.microsoft.com/office/drawing/2014/main" val="1881800169"/>
                    </a:ext>
                  </a:extLst>
                </a:gridCol>
                <a:gridCol w="2818410">
                  <a:extLst>
                    <a:ext uri="{9D8B030D-6E8A-4147-A177-3AD203B41FA5}">
                      <a16:colId xmlns:a16="http://schemas.microsoft.com/office/drawing/2014/main" val="2069837646"/>
                    </a:ext>
                  </a:extLst>
                </a:gridCol>
                <a:gridCol w="704603">
                  <a:extLst>
                    <a:ext uri="{9D8B030D-6E8A-4147-A177-3AD203B41FA5}">
                      <a16:colId xmlns:a16="http://schemas.microsoft.com/office/drawing/2014/main" val="3850747036"/>
                    </a:ext>
                  </a:extLst>
                </a:gridCol>
                <a:gridCol w="704603">
                  <a:extLst>
                    <a:ext uri="{9D8B030D-6E8A-4147-A177-3AD203B41FA5}">
                      <a16:colId xmlns:a16="http://schemas.microsoft.com/office/drawing/2014/main" val="1670713012"/>
                    </a:ext>
                  </a:extLst>
                </a:gridCol>
              </a:tblGrid>
              <a:tr h="535422"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D8E7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кол-во требований, проверяемых ТК (Lcov)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1100745"/>
                  </a:ext>
                </a:extLst>
              </a:tr>
              <a:tr h="535422"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общее кол-во требований (</a:t>
                      </a: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Ltotal)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2580195"/>
                  </a:ext>
                </a:extLst>
              </a:tr>
              <a:tr h="535422"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59,1%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Тестовое </a:t>
                      </a:r>
                      <a:r>
                        <a:rPr lang="ru-RU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покрыте</a:t>
                      </a:r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(</a:t>
                      </a: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Tcov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2951891"/>
                  </a:ext>
                </a:extLst>
              </a:tr>
              <a:tr h="562193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Tcov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= (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Lcov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/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Ltotal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) * 100%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35893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75167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613663CA-BA5A-41E7-1FBE-D38846DFE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9078" y="874636"/>
            <a:ext cx="4669613" cy="1688906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sz="6000" dirty="0"/>
              <a:t>Вывод</a:t>
            </a: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02CEC6EF-006F-693B-5D79-47FD797CB22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584915" y="3178405"/>
            <a:ext cx="6829539" cy="2528397"/>
          </a:xfrm>
        </p:spPr>
        <p:txBody>
          <a:bodyPr vert="horz" lIns="91440" tIns="45720" rIns="91440" bIns="45720" rtlCol="0" anchor="t">
            <a:noAutofit/>
          </a:bodyPr>
          <a:lstStyle>
            <a:defPPr>
              <a:defRPr lang="ru-RU"/>
            </a:defPPr>
          </a:lstStyle>
          <a:p>
            <a:r>
              <a:rPr lang="ru-RU" sz="1800" dirty="0">
                <a:solidFill>
                  <a:srgbClr val="000000"/>
                </a:solidFill>
                <a:latin typeface="Times New Roman"/>
                <a:cs typeface="Times New Roman"/>
              </a:rPr>
              <a:t>Мы разработали генеральный план выполнения нашего проекта, в котором рассмотрели задачи необходимые нам для реализации проекта, выяснили и распределили какие задачи выполняет каждая выбранная нами роль и как они между собой взаимодействуют, учли и рассмотрели наиболее важные для нашего проекта факторы риска и выяснили, как ими управлять (как их решить), а также составили диаграмму </a:t>
            </a:r>
            <a:r>
              <a:rPr lang="ru-RU" sz="1800" err="1">
                <a:solidFill>
                  <a:srgbClr val="000000"/>
                </a:solidFill>
                <a:latin typeface="Times New Roman"/>
                <a:cs typeface="Times New Roman"/>
              </a:rPr>
              <a:t>Ганта</a:t>
            </a:r>
            <a:r>
              <a:rPr lang="ru-RU" sz="1800" dirty="0">
                <a:solidFill>
                  <a:srgbClr val="000000"/>
                </a:solidFill>
                <a:latin typeface="Times New Roman"/>
                <a:cs typeface="Times New Roman"/>
              </a:rPr>
              <a:t>, в которой примерно расписали сроки выполнения нашего проекта. </a:t>
            </a:r>
            <a:endParaRPr lang="ru-RU" sz="18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rtl="0"/>
            <a:endParaRPr lang="ru-RU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rtl="0"/>
            <a:endParaRPr lang="ru-RU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31C7500-E032-DBB5-A780-8247E3B7367B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47FEACEE-25B4-4A2D-B147-27296E36371D}" type="slidenum">
              <a:rPr lang="ru-RU" altLang="zh-CN" noProof="0" dirty="0" smtClean="0"/>
              <a:pPr rtl="0"/>
              <a:t>14</a:t>
            </a:fld>
            <a:r>
              <a:rPr lang="ru-RU" altLang="zh-CN"/>
              <a:t>/7</a:t>
            </a:r>
            <a:endParaRPr lang="ru-RU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29559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93A3B864-5E85-99D2-93E5-5CA1F4F35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764" y="1986926"/>
            <a:ext cx="4551825" cy="2057441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/>
              <a:t>Коментарии о преподавателях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485E0237-B9A1-0B58-E0AA-05EF84817EB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526595" y="4191257"/>
            <a:ext cx="2875052" cy="808990"/>
          </a:xfrm>
        </p:spPr>
        <p:txBody>
          <a:bodyPr vert="horz" lIns="91440" tIns="45720" rIns="91440" bIns="45720" rtlCol="0" anchor="t">
            <a:noAutofit/>
          </a:bodyPr>
          <a:lstStyle>
            <a:defPPr>
              <a:defRPr lang="ru-RU"/>
            </a:defPPr>
          </a:lstStyle>
          <a:p>
            <a:r>
              <a:rPr lang="ru-RU" sz="2000" dirty="0">
                <a:solidFill>
                  <a:schemeClr val="accent3">
                    <a:lumMod val="50000"/>
                  </a:schemeClr>
                </a:solidFill>
              </a:rPr>
              <a:t>Бояринцева Софья</a:t>
            </a:r>
          </a:p>
          <a:p>
            <a:r>
              <a:rPr lang="ru-RU" sz="2000" dirty="0">
                <a:solidFill>
                  <a:schemeClr val="accent3">
                    <a:lumMod val="50000"/>
                  </a:schemeClr>
                </a:solidFill>
              </a:rPr>
              <a:t>24290907/2093</a:t>
            </a:r>
          </a:p>
        </p:txBody>
      </p:sp>
      <p:pic>
        <p:nvPicPr>
          <p:cNvPr id="13" name="Рисунок 12" descr="Picture background">
            <a:extLst>
              <a:ext uri="{FF2B5EF4-FFF2-40B4-BE49-F238E27FC236}">
                <a16:creationId xmlns:a16="http://schemas.microsoft.com/office/drawing/2014/main" id="{061E5C6D-EE22-91AE-2CFB-9850ABF31BC5}"/>
              </a:ext>
            </a:extLst>
          </p:cNvPr>
          <p:cNvPicPr>
            <a:picLocks noGrp="1" noChangeAspect="1"/>
          </p:cNvPicPr>
          <p:nvPr>
            <p:ph type="pic" sz="quarter" idx="47"/>
          </p:nvPr>
        </p:nvPicPr>
        <p:blipFill>
          <a:blip r:embed="rId3"/>
          <a:srcRect l="21035" r="21035"/>
          <a:stretch/>
        </p:blipFill>
        <p:spPr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10" name="Полилиния: Фигура 11">
            <a:extLst>
              <a:ext uri="{FF2B5EF4-FFF2-40B4-BE49-F238E27FC236}">
                <a16:creationId xmlns:a16="http://schemas.microsoft.com/office/drawing/2014/main" id="{01A79B69-242C-3AEB-4A42-7A606A54C6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857505" y="838985"/>
            <a:ext cx="1637958" cy="187385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tx2"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4" name="Полилиния: Фигура 11">
            <a:extLst>
              <a:ext uri="{FF2B5EF4-FFF2-40B4-BE49-F238E27FC236}">
                <a16:creationId xmlns:a16="http://schemas.microsoft.com/office/drawing/2014/main" id="{E5D4DE6D-89C8-6FFF-287D-3F3BAD416C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74436" y="3694919"/>
            <a:ext cx="1637958" cy="187385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  <a:alpha val="50196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D81E23F-D410-4500-AD9C-F6FF7C8BC1A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1239" t="35596" r="21490" b="33456"/>
          <a:stretch/>
        </p:blipFill>
        <p:spPr>
          <a:xfrm>
            <a:off x="3927679" y="4346025"/>
            <a:ext cx="1754677" cy="1768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64929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E4E49EB0-FB00-41F5-9359-4843D783A23D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511997D-2559-4D54-8469-327570B1872D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4AD51DF-C727-4608-B606-5D6C957D4C4D}">
  <ds:schemaRefs>
    <ds:schemaRef ds:uri="http://schemas.openxmlformats.org/package/2006/metadata/core-properties"/>
    <ds:schemaRef ds:uri="16c05727-aa75-4e4a-9b5f-8a80a1165891"/>
    <ds:schemaRef ds:uri="http://purl.org/dc/elements/1.1/"/>
    <ds:schemaRef ds:uri="http://schemas.microsoft.com/office/2006/metadata/properties"/>
    <ds:schemaRef ds:uri="http://schemas.microsoft.com/sharepoint/v3"/>
    <ds:schemaRef ds:uri="http://schemas.microsoft.com/office/2006/documentManagement/types"/>
    <ds:schemaRef ds:uri="http://purl.org/dc/terms/"/>
    <ds:schemaRef ds:uri="230e9df3-be65-4c73-a93b-d1236ebd677e"/>
    <ds:schemaRef ds:uri="http://purl.org/dc/dcmitype/"/>
    <ds:schemaRef ds:uri="http://schemas.microsoft.com/office/infopath/2007/PartnerControls"/>
    <ds:schemaRef ds:uri="71af3243-3dd4-4a8d-8c0d-dd76da1f02a5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1E0D8C9A-C895-482B-B501-694996FFDE4D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260</TotalTime>
  <Words>1048</Words>
  <Application>Microsoft Office PowerPoint</Application>
  <PresentationFormat>Широкоэкранный</PresentationFormat>
  <Paragraphs>428</Paragraphs>
  <Slides>15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3" baseType="lpstr">
      <vt:lpstr>Abadi</vt:lpstr>
      <vt:lpstr>Arial</vt:lpstr>
      <vt:lpstr>Arial Nova</vt:lpstr>
      <vt:lpstr>Calibri</vt:lpstr>
      <vt:lpstr>Garamond</vt:lpstr>
      <vt:lpstr>Garamond (Основной текст)</vt:lpstr>
      <vt:lpstr>Times New Roman</vt:lpstr>
      <vt:lpstr>Organic</vt:lpstr>
      <vt:lpstr>Комментарии о преподавателях</vt:lpstr>
      <vt:lpstr>Предметная область</vt:lpstr>
      <vt:lpstr>Защита данных</vt:lpstr>
      <vt:lpstr>Модель жизненного цикла</vt:lpstr>
      <vt:lpstr>Сроки</vt:lpstr>
      <vt:lpstr>Руководство оператора</vt:lpstr>
      <vt:lpstr>Руководство оператора</vt:lpstr>
      <vt:lpstr>GUI</vt:lpstr>
      <vt:lpstr>GUI</vt:lpstr>
      <vt:lpstr>Уровни доступа</vt:lpstr>
      <vt:lpstr>Тестирование</vt:lpstr>
      <vt:lpstr>Тестирование</vt:lpstr>
      <vt:lpstr>Тестовое покрытие</vt:lpstr>
      <vt:lpstr>Вывод</vt:lpstr>
      <vt:lpstr>Коментарии о преподавателях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Генеральный план внедрения</dc:title>
  <dc:creator>mewmew mew</dc:creator>
  <cp:lastModifiedBy>242909072093-1</cp:lastModifiedBy>
  <cp:revision>319</cp:revision>
  <dcterms:created xsi:type="dcterms:W3CDTF">2025-10-09T22:47:23Z</dcterms:created>
  <dcterms:modified xsi:type="dcterms:W3CDTF">2026-06-18T11:17:43Z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